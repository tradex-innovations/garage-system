
<file path=[Content_Types].xml><?xml version="1.0" encoding="utf-8"?>
<Types xmlns="http://schemas.openxmlformats.org/package/2006/content-types">
  <Default Extension="xml" ContentType="application/vnd.openxmlformats-package.core-properties+xml"/>
  <Default Extension="jpeg" ContentType="image/jpeg"/>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47e55040b94352" /><Relationship Type="http://schemas.openxmlformats.org/officeDocument/2006/relationships/extended-properties" Target="/docProps/app.xml" Id="R893988b9724f4808" /><Relationship Type="http://schemas.openxmlformats.org/officeDocument/2006/relationships/officeDocument" Target="/ppt/presentation.xml" Id="R0dc17f393ab24a0c" /></Relationships>
</file>

<file path=ppt/presentation.xml><?xml version="1.0" encoding="utf-8"?>
<p:presentation xmlns:p="http://schemas.openxmlformats.org/presentationml/2006/main">
  <p:sldMasterIdLst>
    <p:sldMasterId xmlns:r="http://schemas.openxmlformats.org/officeDocument/2006/relationships" id="2147483648" r:id="Rbcafa425b1f1494e"/>
  </p:sldMasterIdLst>
  <p:notesMasterIdLst>
    <p:notesMasterId xmlns:r="http://schemas.openxmlformats.org/officeDocument/2006/relationships" r:id="R35ff45200b7b402c"/>
  </p:notesMasterIdLst>
  <p:sldIdLst>
    <p:sldId xmlns:r="http://schemas.openxmlformats.org/officeDocument/2006/relationships" id="256" r:id="Rf82678a9e32c401e"/>
    <p:sldId xmlns:r="http://schemas.openxmlformats.org/officeDocument/2006/relationships" id="257" r:id="Rb4ba189f5b2d48ae"/>
    <p:sldId xmlns:r="http://schemas.openxmlformats.org/officeDocument/2006/relationships" id="258" r:id="R62ce2663a3a34e6e"/>
    <p:sldId xmlns:r="http://schemas.openxmlformats.org/officeDocument/2006/relationships" id="259" r:id="Ra9d519ee24874439"/>
    <p:sldId xmlns:r="http://schemas.openxmlformats.org/officeDocument/2006/relationships" id="260" r:id="Re2dc9575a74743cf"/>
    <p:sldId xmlns:r="http://schemas.openxmlformats.org/officeDocument/2006/relationships" id="261" r:id="R880b5dc5614f411a"/>
    <p:sldId xmlns:r="http://schemas.openxmlformats.org/officeDocument/2006/relationships" id="262" r:id="R68c0f5d6ce9140be"/>
    <p:sldId xmlns:r="http://schemas.openxmlformats.org/officeDocument/2006/relationships" id="263" r:id="R2e084a70d88842c0"/>
    <p:sldId xmlns:r="http://schemas.openxmlformats.org/officeDocument/2006/relationships" id="264" r:id="R36dde537d61f4ef1"/>
    <p:sldId xmlns:r="http://schemas.openxmlformats.org/officeDocument/2006/relationships" id="265" r:id="Rc5c9cd5cff734f4e"/>
    <p:sldId xmlns:r="http://schemas.openxmlformats.org/officeDocument/2006/relationships" id="266" r:id="Rb864d4e652f549a7"/>
    <p:sldId xmlns:r="http://schemas.openxmlformats.org/officeDocument/2006/relationships" id="267" r:id="Rbc78917b964f47c7"/>
    <p:sldId xmlns:r="http://schemas.openxmlformats.org/officeDocument/2006/relationships" id="268" r:id="Re6b192ff919c471e"/>
    <p:sldId xmlns:r="http://schemas.openxmlformats.org/officeDocument/2006/relationships" id="269" r:id="R9e30e763810c4aa9"/>
    <p:sldId xmlns:r="http://schemas.openxmlformats.org/officeDocument/2006/relationships" id="270" r:id="R6cb7b9fa8b9d43f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ea85cb0b0342fe" /><Relationship Type="http://schemas.openxmlformats.org/officeDocument/2006/relationships/slideMaster" Target="/ppt/slideMasters/slideMaster1.xml" Id="Rbcafa425b1f1494e" /><Relationship Type="http://schemas.openxmlformats.org/officeDocument/2006/relationships/notesMaster" Target="/ppt/notesMasters/notesMaster1.xml" Id="R35ff45200b7b402c" /><Relationship Type="http://schemas.openxmlformats.org/officeDocument/2006/relationships/presProps" Target="/ppt/presProps.xml" Id="R676e48bc96184f3f" /><Relationship Type="http://schemas.openxmlformats.org/officeDocument/2006/relationships/tableStyles" Target="/ppt/tableStyles.xml" Id="Rc6dbf174d0754557" /><Relationship Type="http://schemas.openxmlformats.org/officeDocument/2006/relationships/slide" Target="/ppt/slides/slide1.xml" Id="Rf82678a9e32c401e" /><Relationship Type="http://schemas.openxmlformats.org/officeDocument/2006/relationships/slide" Target="/ppt/slides/slide2.xml" Id="Rb4ba189f5b2d48ae" /><Relationship Type="http://schemas.openxmlformats.org/officeDocument/2006/relationships/slide" Target="/ppt/slides/slide3.xml" Id="R62ce2663a3a34e6e" /><Relationship Type="http://schemas.openxmlformats.org/officeDocument/2006/relationships/slide" Target="/ppt/slides/slide4.xml" Id="Ra9d519ee24874439" /><Relationship Type="http://schemas.openxmlformats.org/officeDocument/2006/relationships/slide" Target="/ppt/slides/slide5.xml" Id="Re2dc9575a74743cf" /><Relationship Type="http://schemas.openxmlformats.org/officeDocument/2006/relationships/slide" Target="/ppt/slides/slide6.xml" Id="R880b5dc5614f411a" /><Relationship Type="http://schemas.openxmlformats.org/officeDocument/2006/relationships/slide" Target="/ppt/slides/slide7.xml" Id="R68c0f5d6ce9140be" /><Relationship Type="http://schemas.openxmlformats.org/officeDocument/2006/relationships/slide" Target="/ppt/slides/slide8.xml" Id="R2e084a70d88842c0" /><Relationship Type="http://schemas.openxmlformats.org/officeDocument/2006/relationships/slide" Target="/ppt/slides/slide9.xml" Id="R36dde537d61f4ef1" /><Relationship Type="http://schemas.openxmlformats.org/officeDocument/2006/relationships/slide" Target="/ppt/slides/slide10.xml" Id="Rc5c9cd5cff734f4e" /><Relationship Type="http://schemas.openxmlformats.org/officeDocument/2006/relationships/slide" Target="/ppt/slides/slide11.xml" Id="Rb864d4e652f549a7" /><Relationship Type="http://schemas.openxmlformats.org/officeDocument/2006/relationships/slide" Target="/ppt/slides/slide12.xml" Id="Rbc78917b964f47c7" /><Relationship Type="http://schemas.openxmlformats.org/officeDocument/2006/relationships/slide" Target="/ppt/slides/slide13.xml" Id="Re6b192ff919c471e" /><Relationship Type="http://schemas.openxmlformats.org/officeDocument/2006/relationships/slide" Target="/ppt/slides/slide14.xml" Id="R9e30e763810c4aa9" /><Relationship Type="http://schemas.openxmlformats.org/officeDocument/2006/relationships/slide" Target="/ppt/slides/slide15.xml" Id="R6cb7b9fa8b9d43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69b9ad393648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cae56a54664f09" /><Relationship Type="http://schemas.openxmlformats.org/officeDocument/2006/relationships/notesMaster" Target="/ppt/notesMasters/notesMaster1.xml" Id="R971ae8d478ba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486ef8232b409c" /><Relationship Type="http://schemas.openxmlformats.org/officeDocument/2006/relationships/notesMaster" Target="/ppt/notesMasters/notesMaster1.xml" Id="Rd9f0760c9eea45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3502a6d43e415d" /><Relationship Type="http://schemas.openxmlformats.org/officeDocument/2006/relationships/notesMaster" Target="/ppt/notesMasters/notesMaster1.xml" Id="Rb8ccdd87980044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2bc4e9084b4be1" /><Relationship Type="http://schemas.openxmlformats.org/officeDocument/2006/relationships/notesMaster" Target="/ppt/notesMasters/notesMaster1.xml" Id="R8d57653d588641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e5d26db856404c" /><Relationship Type="http://schemas.openxmlformats.org/officeDocument/2006/relationships/notesMaster" Target="/ppt/notesMasters/notesMaster1.xml" Id="Rd0161714276b46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a5ea5711814536" /><Relationship Type="http://schemas.openxmlformats.org/officeDocument/2006/relationships/notesMaster" Target="/ppt/notesMasters/notesMaster1.xml" Id="Rbfd78f4cec4f4d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72d0c1cdca415c" /><Relationship Type="http://schemas.openxmlformats.org/officeDocument/2006/relationships/notesMaster" Target="/ppt/notesMasters/notesMaster1.xml" Id="R2e196c2c849a4e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7123ae14424d17" /><Relationship Type="http://schemas.openxmlformats.org/officeDocument/2006/relationships/notesMaster" Target="/ppt/notesMasters/notesMaster1.xml" Id="R6656aed818d646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ddbef21a1447a0" /><Relationship Type="http://schemas.openxmlformats.org/officeDocument/2006/relationships/notesMaster" Target="/ppt/notesMasters/notesMaster1.xml" Id="R5d2600fd2a6549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059a0c21df4079" /><Relationship Type="http://schemas.openxmlformats.org/officeDocument/2006/relationships/notesMaster" Target="/ppt/notesMasters/notesMaster1.xml" Id="Recbbf3b2939047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229e1769364a4c" /><Relationship Type="http://schemas.openxmlformats.org/officeDocument/2006/relationships/notesMaster" Target="/ppt/notesMasters/notesMaster1.xml" Id="R1bf434935e3e49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a949d8cd8d460f" /><Relationship Type="http://schemas.openxmlformats.org/officeDocument/2006/relationships/notesMaster" Target="/ppt/notesMasters/notesMaster1.xml" Id="Rbd2e82b1a9df4f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811f2081bc4ec4" /><Relationship Type="http://schemas.openxmlformats.org/officeDocument/2006/relationships/notesMaster" Target="/ppt/notesMasters/notesMaster1.xml" Id="Rca052e0a565b44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5a1652fe4e4600" /><Relationship Type="http://schemas.openxmlformats.org/officeDocument/2006/relationships/notesMaster" Target="/ppt/notesMasters/notesMaster1.xml" Id="R0ebb15f4ffe54a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51cff209304ad2" /><Relationship Type="http://schemas.openxmlformats.org/officeDocument/2006/relationships/notesMaster" Target="/ppt/notesMasters/notesMaster1.xml" Id="R870b8e9c1aad46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ce68930b8342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cb8a44503f40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a878355dcb46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0c08404fb34a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1ed29a313947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5f7da717924a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F4B03-BF00-40A5-B43D-AA828D9BD59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6B5988-690F-4181-8AC3-9CAD3ED4228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4874CD-5FCE-419D-8507-16E63569F81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921CB-B5C0-4D3D-A4DC-3DDBEEB63B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D18CE-CB7A-4D23-8555-3857CA0F4D3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1FB31-5920-4A70-8AC4-FBD2B50A97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ACB9-902E-4ECF-8381-941933E698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74D7D-0065-4571-94FE-F850D89EB31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65125-B5CE-4A78-A36E-5219CA4666A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78070-3320-4398-AB51-A78E648DF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038ffdfbd5462a" /><Relationship Type="http://schemas.openxmlformats.org/officeDocument/2006/relationships/slideLayout" Target="/ppt/slideLayouts/slideLayout1.xml" Id="R1c8a6bcf42624b2f" /><Relationship Type="http://schemas.openxmlformats.org/officeDocument/2006/relationships/slideLayout" Target="/ppt/slideLayouts/slideLayout2.xml" Id="R1be6d19a2aa04208" /><Relationship Type="http://schemas.openxmlformats.org/officeDocument/2006/relationships/slideLayout" Target="/ppt/slideLayouts/slideLayout3.xml" Id="R85f5ba78a48e4b6a" /><Relationship Type="http://schemas.openxmlformats.org/officeDocument/2006/relationships/slideLayout" Target="/ppt/slideLayouts/slideLayout4.xml" Id="R0692d840c92d4b15" /><Relationship Type="http://schemas.openxmlformats.org/officeDocument/2006/relationships/slideLayout" Target="/ppt/slideLayouts/slideLayout5.xml" Id="Rf7e96f06cba54b2d" /><Relationship Type="http://schemas.openxmlformats.org/officeDocument/2006/relationships/slideLayout" Target="/ppt/slideLayouts/slideLayout6.xml" Id="R21164bf0ff8547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8a6bcf42624b2f"/>
    <p:sldLayoutId xmlns:r="http://schemas.openxmlformats.org/officeDocument/2006/relationships" id="2147483650" r:id="R1be6d19a2aa04208"/>
    <p:sldLayoutId xmlns:r="http://schemas.openxmlformats.org/officeDocument/2006/relationships" id="2147483651" r:id="R85f5ba78a48e4b6a"/>
    <p:sldLayoutId xmlns:r="http://schemas.openxmlformats.org/officeDocument/2006/relationships" id="2147483652" r:id="R0692d840c92d4b15"/>
    <p:sldLayoutId xmlns:r="http://schemas.openxmlformats.org/officeDocument/2006/relationships" id="2147483653" r:id="Rf7e96f06cba54b2d"/>
    <p:sldLayoutId xmlns:r="http://schemas.openxmlformats.org/officeDocument/2006/relationships" id="2147483654" r:id="R21164bf0ff8547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60c2fa77df42f5" /><Relationship Type="http://schemas.openxmlformats.org/officeDocument/2006/relationships/image" Target="/ppt/media/image.jpeg" Id="R2d2732ac435448a9" /><Relationship Type="http://schemas.openxmlformats.org/officeDocument/2006/relationships/image" Target="/ppt/media/image.bin" Id="R7afc046dcb2f4e7d" /><Relationship Type="http://schemas.openxmlformats.org/officeDocument/2006/relationships/image" Target="/ppt/media/image.png" Id="R7104e3156a224223" /><Relationship Type="http://schemas.openxmlformats.org/officeDocument/2006/relationships/notesSlide" Target="/ppt/notesSlides/notesSlide1.xml" Id="R83560272eaef4a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1b8059e1f74d0c" /><Relationship Type="http://schemas.openxmlformats.org/officeDocument/2006/relationships/image" Target="/ppt/media/image2.bin" Id="R18de27a73d874ac4" /><Relationship Type="http://schemas.openxmlformats.org/officeDocument/2006/relationships/image" Target="/ppt/media/image2.png" Id="R2f9af4a0552947bf" /><Relationship Type="http://schemas.openxmlformats.org/officeDocument/2006/relationships/notesSlide" Target="/ppt/notesSlides/notesSlide2.xml" Id="R2c066a6397bf45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3035d80ed546a8" /><Relationship Type="http://schemas.openxmlformats.org/officeDocument/2006/relationships/image" Target="/ppt/media/image3.png" Id="R09d362fcabe949c9" /><Relationship Type="http://schemas.openxmlformats.org/officeDocument/2006/relationships/image" Target="/ppt/media/image3.bin" Id="R0f751bd51faa489e" /><Relationship Type="http://schemas.openxmlformats.org/officeDocument/2006/relationships/image" Target="/ppt/media/image4.png" Id="R84a6b04e40b8460d" /><Relationship Type="http://schemas.openxmlformats.org/officeDocument/2006/relationships/notesSlide" Target="/ppt/notesSlides/notesSlide3.xml" Id="R9f3eb015e82f44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adae19d2a04dc6" /><Relationship Type="http://schemas.openxmlformats.org/officeDocument/2006/relationships/image" Target="/ppt/media/image5.png" Id="R574009a125304433" /><Relationship Type="http://schemas.openxmlformats.org/officeDocument/2006/relationships/image" Target="/ppt/media/image6.png" Id="Rb5c1139bd5004e38" /><Relationship Type="http://schemas.openxmlformats.org/officeDocument/2006/relationships/image" Target="/ppt/media/image7.png" Id="R61351ca89d11407e" /><Relationship Type="http://schemas.openxmlformats.org/officeDocument/2006/relationships/image" Target="/ppt/media/image4.bin" Id="Re5c309c38b8b4350" /><Relationship Type="http://schemas.openxmlformats.org/officeDocument/2006/relationships/image" Target="/ppt/media/image8.png" Id="Ra8ed4dba856242fc" /><Relationship Type="http://schemas.openxmlformats.org/officeDocument/2006/relationships/notesSlide" Target="/ppt/notesSlides/notesSlide4.xml" Id="R8d6019c795134c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708d89443f4a2f" /><Relationship Type="http://schemas.openxmlformats.org/officeDocument/2006/relationships/image" Target="/ppt/media/image9.png" Id="Re8041ad0a5d54dfe" /><Relationship Type="http://schemas.openxmlformats.org/officeDocument/2006/relationships/image" Target="/ppt/media/image5.bin" Id="R3bbc1ac3647c4d05" /><Relationship Type="http://schemas.openxmlformats.org/officeDocument/2006/relationships/image" Target="/ppt/media/image10.png" Id="Rf551e9ba5d904ec8" /><Relationship Type="http://schemas.openxmlformats.org/officeDocument/2006/relationships/notesSlide" Target="/ppt/notesSlides/notesSlide5.xml" Id="Rc582c7d8a56b48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45b29d0518409f" /><Relationship Type="http://schemas.openxmlformats.org/officeDocument/2006/relationships/image" Target="/ppt/media/image11.png" Id="R68f6f38ad0184006" /><Relationship Type="http://schemas.openxmlformats.org/officeDocument/2006/relationships/image" Target="/ppt/media/image12.png" Id="R770dabad273a48f2" /><Relationship Type="http://schemas.openxmlformats.org/officeDocument/2006/relationships/image" Target="/ppt/media/image6.bin" Id="Rbb546c2ca2bb4b87" /><Relationship Type="http://schemas.openxmlformats.org/officeDocument/2006/relationships/image" Target="/ppt/media/image13.png" Id="Rd6c77ae6760c4727" /><Relationship Type="http://schemas.openxmlformats.org/officeDocument/2006/relationships/notesSlide" Target="/ppt/notesSlides/notesSlide6.xml" Id="R9661bb6fd2c84a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72a77dd0f34fde" /><Relationship Type="http://schemas.openxmlformats.org/officeDocument/2006/relationships/image" Target="/ppt/media/image14.png" Id="R7290db49827744d1" /><Relationship Type="http://schemas.openxmlformats.org/officeDocument/2006/relationships/image" Target="/ppt/media/image7.bin" Id="Rfc481476ce384d0e" /><Relationship Type="http://schemas.openxmlformats.org/officeDocument/2006/relationships/image" Target="/ppt/media/image15.png" Id="R4d064c5d76bc485e" /><Relationship Type="http://schemas.openxmlformats.org/officeDocument/2006/relationships/notesSlide" Target="/ppt/notesSlides/notesSlide7.xml" Id="R0ac875d8834745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6942ec1a01424c" /><Relationship Type="http://schemas.openxmlformats.org/officeDocument/2006/relationships/image" Target="/ppt/media/image16.png" Id="R673c24c59ab9430a" /><Relationship Type="http://schemas.openxmlformats.org/officeDocument/2006/relationships/image" Target="/ppt/media/image8.bin" Id="R743bbe8702b64b25" /><Relationship Type="http://schemas.openxmlformats.org/officeDocument/2006/relationships/image" Target="/ppt/media/image17.png" Id="R1c5dfb8b1c484716" /><Relationship Type="http://schemas.openxmlformats.org/officeDocument/2006/relationships/notesSlide" Target="/ppt/notesSlides/notesSlide8.xml" Id="R1a9db5be10ac47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9144fca71614a35" /><Relationship Type="http://schemas.openxmlformats.org/officeDocument/2006/relationships/image" Target="/ppt/media/image18.png" Id="R02a790cb62d3484a" /><Relationship Type="http://schemas.openxmlformats.org/officeDocument/2006/relationships/image" Target="/ppt/media/image19.png" Id="R61e00149f62c4efd" /><Relationship Type="http://schemas.openxmlformats.org/officeDocument/2006/relationships/image" Target="/ppt/media/image9.bin" Id="R0cf6075e18d04183" /><Relationship Type="http://schemas.openxmlformats.org/officeDocument/2006/relationships/image" Target="/ppt/media/image20.png" Id="R4d5330f3facb43c3" /><Relationship Type="http://schemas.openxmlformats.org/officeDocument/2006/relationships/notesSlide" Target="/ppt/notesSlides/notesSlide9.xml" Id="R2675684f0aef4d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2a3d3edf194467" /><Relationship Type="http://schemas.openxmlformats.org/officeDocument/2006/relationships/image" Target="/ppt/media/image21.png" Id="R5ed475c3f63b4043" /><Relationship Type="http://schemas.openxmlformats.org/officeDocument/2006/relationships/image" Target="/ppt/media/image10.bin" Id="R27a8b9c8e5bb4ab0" /><Relationship Type="http://schemas.openxmlformats.org/officeDocument/2006/relationships/image" Target="/ppt/media/image22.png" Id="R005aaa1559b64304" /><Relationship Type="http://schemas.openxmlformats.org/officeDocument/2006/relationships/notesSlide" Target="/ppt/notesSlides/notesSlide10.xml" Id="R63fbbaff298a49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4e1d056e8a649bf" /><Relationship Type="http://schemas.openxmlformats.org/officeDocument/2006/relationships/image" Target="/ppt/media/image23.png" Id="R5eac3d0c30c04ecc" /><Relationship Type="http://schemas.openxmlformats.org/officeDocument/2006/relationships/image" Target="/ppt/media/image24.png" Id="Rfbb756d4fa844cbf" /><Relationship Type="http://schemas.openxmlformats.org/officeDocument/2006/relationships/image" Target="/ppt/media/image11.bin" Id="Re5eb470f773247b1" /><Relationship Type="http://schemas.openxmlformats.org/officeDocument/2006/relationships/image" Target="/ppt/media/image25.png" Id="Rb4cde3f9628049fd" /><Relationship Type="http://schemas.openxmlformats.org/officeDocument/2006/relationships/notesSlide" Target="/ppt/notesSlides/notesSlide11.xml" Id="R69c10d56131947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395f39341c429a" /><Relationship Type="http://schemas.openxmlformats.org/officeDocument/2006/relationships/image" Target="/ppt/media/image26.png" Id="Rd0a918d988a54d45" /><Relationship Type="http://schemas.openxmlformats.org/officeDocument/2006/relationships/image" Target="/ppt/media/image12.bin" Id="R3dcff427d0a944be" /><Relationship Type="http://schemas.openxmlformats.org/officeDocument/2006/relationships/image" Target="/ppt/media/image27.png" Id="R5c57100f508f4f0e" /><Relationship Type="http://schemas.openxmlformats.org/officeDocument/2006/relationships/notesSlide" Target="/ppt/notesSlides/notesSlide12.xml" Id="R3976cb26933843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f644091c174d22" /><Relationship Type="http://schemas.openxmlformats.org/officeDocument/2006/relationships/image" Target="/ppt/media/image28.png" Id="Ra4c5947af4ca4ebc" /><Relationship Type="http://schemas.openxmlformats.org/officeDocument/2006/relationships/image" Target="/ppt/media/image29.png" Id="R5d6887fb16e74b93" /><Relationship Type="http://schemas.openxmlformats.org/officeDocument/2006/relationships/image" Target="/ppt/media/image13.bin" Id="R827f014ad6ce43bf" /><Relationship Type="http://schemas.openxmlformats.org/officeDocument/2006/relationships/image" Target="/ppt/media/image30.png" Id="Rfeadecd724104a3d" /><Relationship Type="http://schemas.openxmlformats.org/officeDocument/2006/relationships/notesSlide" Target="/ppt/notesSlides/notesSlide13.xml" Id="Rc6f222d4358447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b0c3e8d343c469c" /><Relationship Type="http://schemas.openxmlformats.org/officeDocument/2006/relationships/image" Target="/ppt/media/image14.bin" Id="Rc24346df730a4e78" /><Relationship Type="http://schemas.openxmlformats.org/officeDocument/2006/relationships/image" Target="/ppt/media/image31.png" Id="R98eb896160994198" /><Relationship Type="http://schemas.openxmlformats.org/officeDocument/2006/relationships/notesSlide" Target="/ppt/notesSlides/notesSlide14.xml" Id="Rbc6aa287d9aa42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1704dd83304d2d" /><Relationship Type="http://schemas.openxmlformats.org/officeDocument/2006/relationships/image" Target="/ppt/media/image15.bin" Id="R84715584ee7046d9" /><Relationship Type="http://schemas.openxmlformats.org/officeDocument/2006/relationships/image" Target="/ppt/media/image32.png" Id="R96bf69884dbb4af2" /><Relationship Type="http://schemas.openxmlformats.org/officeDocument/2006/relationships/notesSlide" Target="/ppt/notesSlides/notesSlide15.xml" Id="R3a7924c0e71e4bd8"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63CA2-6555-4399-BDAF-EF4DC3E968E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707EFE03-9F7B-4AB6-8258-FDCDFB787C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6430C815-03F8-4050-BC75-95B8804FF820}"/>
              </a:ext>
            </a:extLst>
          </p:cNvPr>
          <p:cNvPicPr>
            <a:picLocks xmlns:a="http://schemas.openxmlformats.org/drawingml/2006/main" noChangeAspect="1"/>
          </p:cNvPicPr>
          <p:nvPr/>
        </p:nvPicPr>
        <p:blipFill>
          <a:blip xmlns:r="http://schemas.openxmlformats.org/officeDocument/2006/relationships" xmlns:a="http://schemas.openxmlformats.org/drawingml/2006/main" r:embed="R2d2732ac435448a9"/>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AEA9595-EDE0-4A50-977A-EF869145D6CC}"/>
              </a:ext>
            </a:extLst>
          </p:cNvPr>
          <p:cNvPicPr>
            <a:picLocks xmlns:a="http://schemas.openxmlformats.org/drawingml/2006/main" noChangeAspect="1"/>
          </p:cNvPicPr>
          <p:nvPr/>
        </p:nvPicPr>
        <p:blipFill>
          <a:blip xmlns:r="http://schemas.openxmlformats.org/officeDocument/2006/relationships" xmlns:a="http://schemas.openxmlformats.org/drawingml/2006/main" r:embed="R7afc046dcb2f4e7d"/>
          <a:stretch xmlns:a="http://schemas.openxmlformats.org/drawingml/2006/main"/>
        </p:blipFill>
        <p:spPr>
          <a:xfrm xmlns:a="http://schemas.openxmlformats.org/drawingml/2006/main">
            <a:off x="609600" y="747508"/>
            <a:ext cx="2857500" cy="6385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B8EA49-258C-475B-A1F2-A35F4D874D63}"/>
              </a:ext>
            </a:extLst>
          </p:cNvPr>
          <p:cNvSpPr>
            <a:spLocks xmlns:a="http://schemas.openxmlformats.org/drawingml/2006/main" noGrp="1"/>
          </p:cNvSpPr>
          <p:nvPr/>
        </p:nvSpPr>
        <p:spPr>
          <a:xfrm xmlns:a="http://schemas.openxmlformats.org/drawingml/2006/main">
            <a:off x="609600" y="2476500"/>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buNone/>
              <a:defRPr sz="5400" b="1">
                <a:solidFill>
                  <a:srgbClr val="FFFFFF"/>
                </a:solidFill>
                <a:latin typeface="Arial"/>
                <a:ea typeface="Arial"/>
                <a:cs typeface="Arial"/>
              </a:defRPr>
            </a:lvl1pPr>
            <a:lvl2pPr>
              <a:buNone/>
              <a:defRPr sz="5400" b="1">
                <a:solidFill>
                  <a:srgbClr val="FFFFFF"/>
                </a:solidFill>
                <a:latin typeface="Arial"/>
                <a:ea typeface="Arial"/>
                <a:cs typeface="Arial"/>
              </a:defRPr>
            </a:lvl2pPr>
            <a:lvl3pPr>
              <a:buNone/>
              <a:defRPr sz="5400" b="1">
                <a:solidFill>
                  <a:srgbClr val="FFFFFF"/>
                </a:solidFill>
                <a:latin typeface="Arial"/>
                <a:ea typeface="Arial"/>
                <a:cs typeface="Arial"/>
              </a:defRPr>
            </a:lvl3pPr>
            <a:lvl4pPr>
              <a:buNone/>
              <a:defRPr sz="5400" b="1">
                <a:solidFill>
                  <a:srgbClr val="FFFFFF"/>
                </a:solidFill>
                <a:latin typeface="Arial"/>
                <a:ea typeface="Arial"/>
                <a:cs typeface="Arial"/>
              </a:defRPr>
            </a:lvl4pPr>
            <a:lvl5pPr>
              <a:buNone/>
              <a:defRPr sz="5400" b="1">
                <a:solidFill>
                  <a:srgbClr val="FFFFFF"/>
                </a:solidFill>
                <a:latin typeface="Arial"/>
                <a:ea typeface="Arial"/>
                <a:cs typeface="Arial"/>
              </a:defRPr>
            </a:lvl5pPr>
            <a:lvl6pPr>
              <a:buNone/>
              <a:defRPr sz="5400" b="1">
                <a:solidFill>
                  <a:srgbClr val="FFFFFF"/>
                </a:solidFill>
                <a:latin typeface="Arial"/>
                <a:ea typeface="Arial"/>
                <a:cs typeface="Arial"/>
              </a:defRPr>
            </a:lvl6pPr>
            <a:lvl7pPr>
              <a:buNone/>
              <a:defRPr sz="5400" b="1">
                <a:solidFill>
                  <a:srgbClr val="FFFFFF"/>
                </a:solidFill>
                <a:latin typeface="Arial"/>
                <a:ea typeface="Arial"/>
                <a:cs typeface="Arial"/>
              </a:defRPr>
            </a:lvl7pPr>
            <a:lvl8pPr>
              <a:buNone/>
              <a:defRPr sz="5400" b="1">
                <a:solidFill>
                  <a:srgbClr val="FFFFFF"/>
                </a:solidFill>
                <a:latin typeface="Arial"/>
                <a:ea typeface="Arial"/>
                <a:cs typeface="Arial"/>
              </a:defRPr>
            </a:lvl8pPr>
            <a:lvl9pPr>
              <a:buNone/>
              <a:defRPr sz="5400" b="1">
                <a:solidFill>
                  <a:srgbClr val="FFFFFF"/>
                </a:solidFill>
                <a:latin typeface="Arial"/>
                <a:ea typeface="Arial"/>
                <a:cs typeface="Arial"/>
              </a:defRPr>
            </a:lvl9pPr>
          </a:lstStyle>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DC Motors</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Digital</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Experience</a:t>
            </a:r>
          </a:p>
        </p:txBody>
      </p:sp>
      <p:sp>
        <p:nvSpPr>
          <p:cNvPr id="6" name="">
            <a:extLst xmlns:a="http://schemas.openxmlformats.org/drawingml/2006/main">
              <a:ext uri="{FF2B5EF4-FFF2-40B4-BE49-F238E27FC236}">
                <a16:creationId xmlns:a16="http://schemas.microsoft.com/office/drawing/2014/main" id="{6076884C-C3EC-47F2-92DF-09482DEEDC01}"/>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buNone/>
              <a:defRPr sz="2550" b="0">
                <a:solidFill>
                  <a:srgbClr val="AEC4D1"/>
                </a:solidFill>
                <a:latin typeface="Arial"/>
                <a:ea typeface="Arial"/>
                <a:cs typeface="Arial"/>
              </a:defRPr>
            </a:lvl1pPr>
            <a:lvl2pPr>
              <a:buNone/>
              <a:defRPr sz="2550" b="0">
                <a:solidFill>
                  <a:srgbClr val="AEC4D1"/>
                </a:solidFill>
                <a:latin typeface="Arial"/>
                <a:ea typeface="Arial"/>
                <a:cs typeface="Arial"/>
              </a:defRPr>
            </a:lvl2pPr>
            <a:lvl3pPr>
              <a:buNone/>
              <a:defRPr sz="2550" b="0">
                <a:solidFill>
                  <a:srgbClr val="AEC4D1"/>
                </a:solidFill>
                <a:latin typeface="Arial"/>
                <a:ea typeface="Arial"/>
                <a:cs typeface="Arial"/>
              </a:defRPr>
            </a:lvl3pPr>
            <a:lvl4pPr>
              <a:buNone/>
              <a:defRPr sz="2550" b="0">
                <a:solidFill>
                  <a:srgbClr val="AEC4D1"/>
                </a:solidFill>
                <a:latin typeface="Arial"/>
                <a:ea typeface="Arial"/>
                <a:cs typeface="Arial"/>
              </a:defRPr>
            </a:lvl4pPr>
            <a:lvl5pPr>
              <a:buNone/>
              <a:defRPr sz="2550" b="0">
                <a:solidFill>
                  <a:srgbClr val="AEC4D1"/>
                </a:solidFill>
                <a:latin typeface="Arial"/>
                <a:ea typeface="Arial"/>
                <a:cs typeface="Arial"/>
              </a:defRPr>
            </a:lvl5pPr>
            <a:lvl6pPr>
              <a:buNone/>
              <a:defRPr sz="2550" b="0">
                <a:solidFill>
                  <a:srgbClr val="AEC4D1"/>
                </a:solidFill>
                <a:latin typeface="Arial"/>
                <a:ea typeface="Arial"/>
                <a:cs typeface="Arial"/>
              </a:defRPr>
            </a:lvl6pPr>
            <a:lvl7pPr>
              <a:buNone/>
              <a:defRPr sz="2550" b="0">
                <a:solidFill>
                  <a:srgbClr val="AEC4D1"/>
                </a:solidFill>
                <a:latin typeface="Arial"/>
                <a:ea typeface="Arial"/>
                <a:cs typeface="Arial"/>
              </a:defRPr>
            </a:lvl7pPr>
            <a:lvl8pPr>
              <a:buNone/>
              <a:defRPr sz="2550" b="0">
                <a:solidFill>
                  <a:srgbClr val="AEC4D1"/>
                </a:solidFill>
                <a:latin typeface="Arial"/>
                <a:ea typeface="Arial"/>
                <a:cs typeface="Arial"/>
              </a:defRPr>
            </a:lvl8pPr>
            <a:lvl9pPr>
              <a:buNone/>
              <a:defRPr sz="2550" b="0">
                <a:solidFill>
                  <a:srgbClr val="AEC4D1"/>
                </a:solidFill>
                <a:latin typeface="Arial"/>
                <a:ea typeface="Arial"/>
                <a:cs typeface="Arial"/>
              </a:defRPr>
            </a:lvl9pPr>
          </a:lstStyle>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E001CE8D-4A20-4121-98AA-98753274FCDC}"/>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buNone/>
              <a:defRPr sz="1650" b="0">
                <a:solidFill>
                  <a:srgbClr val="AEC4D1"/>
                </a:solidFill>
                <a:latin typeface="Arial"/>
                <a:ea typeface="Arial"/>
                <a:cs typeface="Arial"/>
              </a:defRPr>
            </a:lvl1pPr>
            <a:lvl2pPr>
              <a:buNone/>
              <a:defRPr sz="1650" b="0">
                <a:solidFill>
                  <a:srgbClr val="AEC4D1"/>
                </a:solidFill>
                <a:latin typeface="Arial"/>
                <a:ea typeface="Arial"/>
                <a:cs typeface="Arial"/>
              </a:defRPr>
            </a:lvl2pPr>
            <a:lvl3pPr>
              <a:buNone/>
              <a:defRPr sz="1650" b="0">
                <a:solidFill>
                  <a:srgbClr val="AEC4D1"/>
                </a:solidFill>
                <a:latin typeface="Arial"/>
                <a:ea typeface="Arial"/>
                <a:cs typeface="Arial"/>
              </a:defRPr>
            </a:lvl3pPr>
            <a:lvl4pPr>
              <a:buNone/>
              <a:defRPr sz="1650" b="0">
                <a:solidFill>
                  <a:srgbClr val="AEC4D1"/>
                </a:solidFill>
                <a:latin typeface="Arial"/>
                <a:ea typeface="Arial"/>
                <a:cs typeface="Arial"/>
              </a:defRPr>
            </a:lvl4pPr>
            <a:lvl5pPr>
              <a:buNone/>
              <a:defRPr sz="1650" b="0">
                <a:solidFill>
                  <a:srgbClr val="AEC4D1"/>
                </a:solidFill>
                <a:latin typeface="Arial"/>
                <a:ea typeface="Arial"/>
                <a:cs typeface="Arial"/>
              </a:defRPr>
            </a:lvl5pPr>
            <a:lvl6pPr>
              <a:buNone/>
              <a:defRPr sz="1650" b="0">
                <a:solidFill>
                  <a:srgbClr val="AEC4D1"/>
                </a:solidFill>
                <a:latin typeface="Arial"/>
                <a:ea typeface="Arial"/>
                <a:cs typeface="Arial"/>
              </a:defRPr>
            </a:lvl6pPr>
            <a:lvl7pPr>
              <a:buNone/>
              <a:defRPr sz="1650" b="0">
                <a:solidFill>
                  <a:srgbClr val="AEC4D1"/>
                </a:solidFill>
                <a:latin typeface="Arial"/>
                <a:ea typeface="Arial"/>
                <a:cs typeface="Arial"/>
              </a:defRPr>
            </a:lvl7pPr>
            <a:lvl8pPr>
              <a:buNone/>
              <a:defRPr sz="1650" b="0">
                <a:solidFill>
                  <a:srgbClr val="AEC4D1"/>
                </a:solidFill>
                <a:latin typeface="Arial"/>
                <a:ea typeface="Arial"/>
                <a:cs typeface="Arial"/>
              </a:defRPr>
            </a:lvl8pPr>
            <a:lvl9pPr>
              <a:buNone/>
              <a:defRPr sz="1650" b="0">
                <a:solidFill>
                  <a:srgbClr val="AEC4D1"/>
                </a:solidFill>
                <a:latin typeface="Arial"/>
                <a:ea typeface="Arial"/>
                <a:cs typeface="Arial"/>
              </a:defRPr>
            </a:lvl9pPr>
          </a:lstStyle>
          <a:p xmlns:a="http://schemas.openxmlformats.org/drawingml/2006/main">
            <a:pPr>
              <a:buNone/>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pic>
        <p:nvPicPr>
          <p:cNvPr id="9" name="">
            <a:extLst xmlns:a="http://schemas.openxmlformats.org/drawingml/2006/main">
              <a:ext uri="{FF2B5EF4-FFF2-40B4-BE49-F238E27FC236}">
                <a16:creationId xmlns:a16="http://schemas.microsoft.com/office/drawing/2014/main" id="{FE01EAB5-A928-4ECE-859B-C92DF2476C7B}"/>
              </a:ext>
            </a:extLst>
          </p:cNvPr>
          <p:cNvPicPr>
            <a:picLocks xmlns:a="http://schemas.openxmlformats.org/drawingml/2006/main" noChangeAspect="1"/>
          </p:cNvPicPr>
          <p:nvPr/>
        </p:nvPicPr>
        <p:blipFill>
          <a:blip xmlns:r="http://schemas.openxmlformats.org/officeDocument/2006/relationships" xmlns:a="http://schemas.openxmlformats.org/drawingml/2006/main" r:embed="R7104e3156a224223"/>
          <a:srcRect xmlns:a="http://schemas.openxmlformats.org/drawingml/2006/main" l="14000" t="15000" r="10000" b="18000"/>
          <a:stretch xmlns:a="http://schemas.openxmlformats.org/drawingml/2006/main"/>
        </p:blipFill>
        <p:spPr>
          <a:xfrm xmlns:a="http://schemas.openxmlformats.org/drawingml/2006/main">
            <a:off x="609600" y="6219825"/>
            <a:ext cx="2571750" cy="790575"/>
          </a:xfrm>
          <a:prstGeom xmlns:a="http://schemas.openxmlformats.org/drawingml/2006/main" prst="rect">
            <a:avLst/>
          </a:prstGeom>
        </p:spPr>
      </p:pic>
    </p:spTree>
    <p:extLst>
      <p:ext uri="{BB962C8B-B14F-4D97-AF65-F5344CB8AC3E}">
        <p14:creationId xmlns:p14="http://schemas.microsoft.com/office/powerpoint/2010/main" val="959311759"/>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BAFFCE-5FD5-411E-9008-95C800E102DA}"/>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C98E7E3C-4B76-4C01-BA46-E4959B27975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0CB655-470B-4F71-A408-60D0924A7A5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0E555AF-940D-40CB-835F-2906FDE0A3D0}"/>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buNone/>
              <a:defRPr sz="3525" b="1">
                <a:solidFill>
                  <a:srgbClr val="FFFFFF"/>
                </a:solidFill>
                <a:latin typeface="Arial"/>
                <a:ea typeface="Arial"/>
                <a:cs typeface="Arial"/>
              </a:defRPr>
            </a:lvl1pPr>
            <a:lvl2pPr>
              <a:buNone/>
              <a:defRPr sz="3525" b="1">
                <a:solidFill>
                  <a:srgbClr val="FFFFFF"/>
                </a:solidFill>
                <a:latin typeface="Arial"/>
                <a:ea typeface="Arial"/>
                <a:cs typeface="Arial"/>
              </a:defRPr>
            </a:lvl2pPr>
            <a:lvl3pPr>
              <a:buNone/>
              <a:defRPr sz="3525" b="1">
                <a:solidFill>
                  <a:srgbClr val="FFFFFF"/>
                </a:solidFill>
                <a:latin typeface="Arial"/>
                <a:ea typeface="Arial"/>
                <a:cs typeface="Arial"/>
              </a:defRPr>
            </a:lvl3pPr>
            <a:lvl4pPr>
              <a:buNone/>
              <a:defRPr sz="3525" b="1">
                <a:solidFill>
                  <a:srgbClr val="FFFFFF"/>
                </a:solidFill>
                <a:latin typeface="Arial"/>
                <a:ea typeface="Arial"/>
                <a:cs typeface="Arial"/>
              </a:defRPr>
            </a:lvl4pPr>
            <a:lvl5pPr>
              <a:buNone/>
              <a:defRPr sz="3525" b="1">
                <a:solidFill>
                  <a:srgbClr val="FFFFFF"/>
                </a:solidFill>
                <a:latin typeface="Arial"/>
                <a:ea typeface="Arial"/>
                <a:cs typeface="Arial"/>
              </a:defRPr>
            </a:lvl5pPr>
            <a:lvl6pPr>
              <a:buNone/>
              <a:defRPr sz="3525" b="1">
                <a:solidFill>
                  <a:srgbClr val="FFFFFF"/>
                </a:solidFill>
                <a:latin typeface="Arial"/>
                <a:ea typeface="Arial"/>
                <a:cs typeface="Arial"/>
              </a:defRPr>
            </a:lvl6pPr>
            <a:lvl7pPr>
              <a:buNone/>
              <a:defRPr sz="3525" b="1">
                <a:solidFill>
                  <a:srgbClr val="FFFFFF"/>
                </a:solidFill>
                <a:latin typeface="Arial"/>
                <a:ea typeface="Arial"/>
                <a:cs typeface="Arial"/>
              </a:defRPr>
            </a:lvl7pPr>
            <a:lvl8pPr>
              <a:buNone/>
              <a:defRPr sz="3525" b="1">
                <a:solidFill>
                  <a:srgbClr val="FFFFFF"/>
                </a:solidFill>
                <a:latin typeface="Arial"/>
                <a:ea typeface="Arial"/>
                <a:cs typeface="Arial"/>
              </a:defRPr>
            </a:lvl8pPr>
            <a:lvl9pPr>
              <a:buNone/>
              <a:defRPr sz="3525" b="1">
                <a:solidFill>
                  <a:srgbClr val="FFFFFF"/>
                </a:solidFill>
                <a:latin typeface="Arial"/>
                <a:ea typeface="Arial"/>
                <a:cs typeface="Arial"/>
              </a:defRPr>
            </a:lvl9pPr>
          </a:lstStyle>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1AA94ACC-6D45-4934-97C6-F8C4900E5309}"/>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90D1A58-3AC2-43A6-9509-BFDFB8664A1C}"/>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BA623CF-116E-4EB4-8138-724493A3A8BD}"/>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8A96C09D-78DE-4C57-91A5-B9FBB461EEC2}"/>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38E5D9D-B71F-4D38-ADA5-2D856D48BBF4}"/>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6228C541-CEB6-4993-B28F-655DFF486818}"/>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11CE4810-9BED-468A-AEFA-56A24F7A22E0}"/>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377422B-D59C-4FAE-B346-85591A930E29}"/>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713DC599-170D-45B7-A92E-42955D70A394}"/>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F476CA38-5726-4F01-8214-0B5ACC14255D}"/>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C8C3E4D-9F4D-428F-A503-5AD3EC94575C}"/>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0CE86110-DA8A-451C-9F37-81109651527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pic>
        <p:nvPicPr>
          <p:cNvPr id="18" name="">
            <a:extLst xmlns:a="http://schemas.openxmlformats.org/drawingml/2006/main">
              <a:ext uri="{FF2B5EF4-FFF2-40B4-BE49-F238E27FC236}">
                <a16:creationId xmlns:a16="http://schemas.microsoft.com/office/drawing/2014/main" id="{416BF321-B50E-40FE-BF12-BBE782DCCE21}"/>
              </a:ext>
            </a:extLst>
          </p:cNvPr>
          <p:cNvPicPr>
            <a:picLocks xmlns:a="http://schemas.openxmlformats.org/drawingml/2006/main" noChangeAspect="1"/>
          </p:cNvPicPr>
          <p:nvPr/>
        </p:nvPicPr>
        <p:blipFill>
          <a:blip xmlns:r="http://schemas.openxmlformats.org/officeDocument/2006/relationships" xmlns:a="http://schemas.openxmlformats.org/drawingml/2006/main" r:embed="R18de27a73d874ac4"/>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70D5BE1E-D7BA-47EE-AD1F-E97E53AEF655}"/>
              </a:ext>
            </a:extLst>
          </p:cNvPr>
          <p:cNvPicPr>
            <a:picLocks xmlns:a="http://schemas.openxmlformats.org/drawingml/2006/main" noChangeAspect="1"/>
          </p:cNvPicPr>
          <p:nvPr/>
        </p:nvPicPr>
        <p:blipFill>
          <a:blip xmlns:r="http://schemas.openxmlformats.org/officeDocument/2006/relationships" xmlns:a="http://schemas.openxmlformats.org/drawingml/2006/main" r:embed="R2f9af4a0552947bf"/>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87538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A13E2C-B2AE-478C-99A4-0C1EB01FFFD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D2A4358A-3820-4564-AED6-D571ECAF447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936697-C377-4613-A697-708E85AADCC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0B029CB-938F-4041-AEDD-8612B16B6A83}"/>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8941D300-D33C-4040-A9FB-C3D8FC47187A}"/>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91D53C05-293B-437D-ACDA-A220865B363D}"/>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6024AA4E-3CFB-4823-8B9D-16D17E8EC262}"/>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EA3FA88C-8F2C-471B-8456-B0E8E8FC5270}"/>
              </a:ext>
            </a:extLst>
          </p:cNvPr>
          <p:cNvPicPr>
            <a:picLocks xmlns:a="http://schemas.openxmlformats.org/drawingml/2006/main" noChangeAspect="1"/>
          </p:cNvPicPr>
          <p:nvPr/>
        </p:nvPicPr>
        <p:blipFill>
          <a:blip xmlns:r="http://schemas.openxmlformats.org/officeDocument/2006/relationships" xmlns:a="http://schemas.openxmlformats.org/drawingml/2006/main" r:embed="R09d362fcabe949c9"/>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pic>
        <p:nvPicPr>
          <p:cNvPr id="10" name="">
            <a:extLst xmlns:a="http://schemas.openxmlformats.org/drawingml/2006/main">
              <a:ext uri="{FF2B5EF4-FFF2-40B4-BE49-F238E27FC236}">
                <a16:creationId xmlns:a16="http://schemas.microsoft.com/office/drawing/2014/main" id="{F3D414AC-C6A5-4F5C-BF75-787663F241E8}"/>
              </a:ext>
            </a:extLst>
          </p:cNvPr>
          <p:cNvPicPr>
            <a:picLocks xmlns:a="http://schemas.openxmlformats.org/drawingml/2006/main" noChangeAspect="1"/>
          </p:cNvPicPr>
          <p:nvPr/>
        </p:nvPicPr>
        <p:blipFill>
          <a:blip xmlns:r="http://schemas.openxmlformats.org/officeDocument/2006/relationships" xmlns:a="http://schemas.openxmlformats.org/drawingml/2006/main" r:embed="R0f751bd51faa489e"/>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F8423F4-E99B-4EC3-8586-F29EC7DCF832}"/>
              </a:ext>
            </a:extLst>
          </p:cNvPr>
          <p:cNvPicPr>
            <a:picLocks xmlns:a="http://schemas.openxmlformats.org/drawingml/2006/main" noChangeAspect="1"/>
          </p:cNvPicPr>
          <p:nvPr/>
        </p:nvPicPr>
        <p:blipFill>
          <a:blip xmlns:r="http://schemas.openxmlformats.org/officeDocument/2006/relationships" xmlns:a="http://schemas.openxmlformats.org/drawingml/2006/main" r:embed="R84a6b04e40b8460d"/>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17380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3F265-9981-4B52-A9CD-DA32F0E0F047}"/>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FCA184DA-6453-47EE-A92D-C57DE5F0002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6A464FF-CADA-401E-899C-E9A3FD907DC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704E82F-8910-47D9-986E-8BE7717B2374}"/>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buNone/>
              <a:defRPr sz="3225" b="1">
                <a:solidFill>
                  <a:srgbClr val="183542"/>
                </a:solidFill>
                <a:latin typeface="Arial"/>
                <a:ea typeface="Arial"/>
                <a:cs typeface="Arial"/>
              </a:defRPr>
            </a:lvl1pPr>
            <a:lvl2pPr>
              <a:buNone/>
              <a:defRPr sz="3225" b="1">
                <a:solidFill>
                  <a:srgbClr val="183542"/>
                </a:solidFill>
                <a:latin typeface="Arial"/>
                <a:ea typeface="Arial"/>
                <a:cs typeface="Arial"/>
              </a:defRPr>
            </a:lvl2pPr>
            <a:lvl3pPr>
              <a:buNone/>
              <a:defRPr sz="3225" b="1">
                <a:solidFill>
                  <a:srgbClr val="183542"/>
                </a:solidFill>
                <a:latin typeface="Arial"/>
                <a:ea typeface="Arial"/>
                <a:cs typeface="Arial"/>
              </a:defRPr>
            </a:lvl3pPr>
            <a:lvl4pPr>
              <a:buNone/>
              <a:defRPr sz="3225" b="1">
                <a:solidFill>
                  <a:srgbClr val="183542"/>
                </a:solidFill>
                <a:latin typeface="Arial"/>
                <a:ea typeface="Arial"/>
                <a:cs typeface="Arial"/>
              </a:defRPr>
            </a:lvl4pPr>
            <a:lvl5pPr>
              <a:buNone/>
              <a:defRPr sz="3225" b="1">
                <a:solidFill>
                  <a:srgbClr val="183542"/>
                </a:solidFill>
                <a:latin typeface="Arial"/>
                <a:ea typeface="Arial"/>
                <a:cs typeface="Arial"/>
              </a:defRPr>
            </a:lvl5pPr>
            <a:lvl6pPr>
              <a:buNone/>
              <a:defRPr sz="3225" b="1">
                <a:solidFill>
                  <a:srgbClr val="183542"/>
                </a:solidFill>
                <a:latin typeface="Arial"/>
                <a:ea typeface="Arial"/>
                <a:cs typeface="Arial"/>
              </a:defRPr>
            </a:lvl6pPr>
            <a:lvl7pPr>
              <a:buNone/>
              <a:defRPr sz="3225" b="1">
                <a:solidFill>
                  <a:srgbClr val="183542"/>
                </a:solidFill>
                <a:latin typeface="Arial"/>
                <a:ea typeface="Arial"/>
                <a:cs typeface="Arial"/>
              </a:defRPr>
            </a:lvl7pPr>
            <a:lvl8pPr>
              <a:buNone/>
              <a:defRPr sz="3225" b="1">
                <a:solidFill>
                  <a:srgbClr val="183542"/>
                </a:solidFill>
                <a:latin typeface="Arial"/>
                <a:ea typeface="Arial"/>
                <a:cs typeface="Arial"/>
              </a:defRPr>
            </a:lvl8pPr>
            <a:lvl9pPr>
              <a:buNone/>
              <a:defRPr sz="3225" b="1">
                <a:solidFill>
                  <a:srgbClr val="183542"/>
                </a:solidFill>
                <a:latin typeface="Arial"/>
                <a:ea typeface="Arial"/>
                <a:cs typeface="Arial"/>
              </a:defRPr>
            </a:lvl9pPr>
          </a:lstStyle>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F83BABC8-A4D4-46D1-9E4E-5F48E1AB78EF}"/>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9CA1A5F4-A754-48FB-B158-DDBAEF5B0CF6}"/>
              </a:ext>
            </a:extLst>
          </p:cNvPr>
          <p:cNvPicPr>
            <a:picLocks xmlns:a="http://schemas.openxmlformats.org/drawingml/2006/main" noChangeAspect="1"/>
          </p:cNvPicPr>
          <p:nvPr/>
        </p:nvPicPr>
        <p:blipFill>
          <a:blip xmlns:r="http://schemas.openxmlformats.org/officeDocument/2006/relationships" xmlns:a="http://schemas.openxmlformats.org/drawingml/2006/main" r:embed="R574009a125304433"/>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3D75187A-4673-493E-9A08-B7FBC47B1074}"/>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6FCE436E-C9DC-4592-9953-380B05A4031C}"/>
              </a:ext>
            </a:extLst>
          </p:cNvPr>
          <p:cNvPicPr>
            <a:picLocks xmlns:a="http://schemas.openxmlformats.org/drawingml/2006/main" noChangeAspect="1"/>
          </p:cNvPicPr>
          <p:nvPr/>
        </p:nvPicPr>
        <p:blipFill>
          <a:blip xmlns:r="http://schemas.openxmlformats.org/officeDocument/2006/relationships" xmlns:a="http://schemas.openxmlformats.org/drawingml/2006/main" r:embed="Rb5c1139bd5004e38"/>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7C2DB824-CD59-47BB-9DF5-6A0180173A47}"/>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20243452-82F5-4E7F-BC18-815D48D5C4BC}"/>
              </a:ext>
            </a:extLst>
          </p:cNvPr>
          <p:cNvPicPr>
            <a:picLocks xmlns:a="http://schemas.openxmlformats.org/drawingml/2006/main" noChangeAspect="1"/>
          </p:cNvPicPr>
          <p:nvPr/>
        </p:nvPicPr>
        <p:blipFill>
          <a:blip xmlns:r="http://schemas.openxmlformats.org/officeDocument/2006/relationships" xmlns:a="http://schemas.openxmlformats.org/drawingml/2006/main" r:embed="R61351ca89d11407e"/>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55F0887-5390-4ED4-913E-D56FE9C673D4}"/>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pic>
        <p:nvPicPr>
          <p:cNvPr id="13" name="">
            <a:extLst xmlns:a="http://schemas.openxmlformats.org/drawingml/2006/main">
              <a:ext uri="{FF2B5EF4-FFF2-40B4-BE49-F238E27FC236}">
                <a16:creationId xmlns:a16="http://schemas.microsoft.com/office/drawing/2014/main" id="{BA0FADD4-E780-493E-850D-5A82BCB7EBD9}"/>
              </a:ext>
            </a:extLst>
          </p:cNvPr>
          <p:cNvPicPr>
            <a:picLocks xmlns:a="http://schemas.openxmlformats.org/drawingml/2006/main" noChangeAspect="1"/>
          </p:cNvPicPr>
          <p:nvPr/>
        </p:nvPicPr>
        <p:blipFill>
          <a:blip xmlns:r="http://schemas.openxmlformats.org/officeDocument/2006/relationships" xmlns:a="http://schemas.openxmlformats.org/drawingml/2006/main" r:embed="Re5c309c38b8b4350"/>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088FA8E4-BB14-4417-8D52-1BAECF2E89D6}"/>
              </a:ext>
            </a:extLst>
          </p:cNvPr>
          <p:cNvPicPr>
            <a:picLocks xmlns:a="http://schemas.openxmlformats.org/drawingml/2006/main" noChangeAspect="1"/>
          </p:cNvPicPr>
          <p:nvPr/>
        </p:nvPicPr>
        <p:blipFill>
          <a:blip xmlns:r="http://schemas.openxmlformats.org/officeDocument/2006/relationships" xmlns:a="http://schemas.openxmlformats.org/drawingml/2006/main" r:embed="Ra8ed4dba856242fc"/>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50447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956BFE-27C8-4304-A2BE-83FA53D6EA8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791A3513-B29D-47C3-BCBF-F79B35580F3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BC744EA-2E69-480E-B734-F5C2FDBC46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47DF432-AAD1-4E9C-A966-7592426CF008}"/>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08E066FF-436B-4A12-9994-8A250446A614}"/>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3612BA7A-FD9E-4EFA-8B8B-55237B355388}"/>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Connected services</a:t>
            </a:r>
          </a:p>
        </p:txBody>
      </p:sp>
      <p:sp>
        <p:nvSpPr>
          <p:cNvPr id="7" name="">
            <a:extLst xmlns:a="http://schemas.openxmlformats.org/drawingml/2006/main">
              <a:ext uri="{FF2B5EF4-FFF2-40B4-BE49-F238E27FC236}">
                <a16:creationId xmlns:a16="http://schemas.microsoft.com/office/drawing/2014/main" id="{08ACE4C5-97F9-46B2-AC73-623D276FC573}"/>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E7DEFB00-1AF3-488D-AF82-16AFC54DC572}"/>
              </a:ext>
            </a:extLst>
          </p:cNvPr>
          <p:cNvPicPr>
            <a:picLocks xmlns:a="http://schemas.openxmlformats.org/drawingml/2006/main" noChangeAspect="1"/>
          </p:cNvPicPr>
          <p:nvPr/>
        </p:nvPicPr>
        <p:blipFill>
          <a:blip xmlns:r="http://schemas.openxmlformats.org/officeDocument/2006/relationships" xmlns:a="http://schemas.openxmlformats.org/drawingml/2006/main" r:embed="Re8041ad0a5d54dfe"/>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pic>
        <p:nvPicPr>
          <p:cNvPr id="10" name="">
            <a:extLst xmlns:a="http://schemas.openxmlformats.org/drawingml/2006/main">
              <a:ext uri="{FF2B5EF4-FFF2-40B4-BE49-F238E27FC236}">
                <a16:creationId xmlns:a16="http://schemas.microsoft.com/office/drawing/2014/main" id="{48C568F5-DB3D-4D69-B98B-C22D0549E66E}"/>
              </a:ext>
            </a:extLst>
          </p:cNvPr>
          <p:cNvPicPr>
            <a:picLocks xmlns:a="http://schemas.openxmlformats.org/drawingml/2006/main" noChangeAspect="1"/>
          </p:cNvPicPr>
          <p:nvPr/>
        </p:nvPicPr>
        <p:blipFill>
          <a:blip xmlns:r="http://schemas.openxmlformats.org/officeDocument/2006/relationships" xmlns:a="http://schemas.openxmlformats.org/drawingml/2006/main" r:embed="R3bbc1ac3647c4d05"/>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BFA6B08-62CD-409C-84BF-7DA39AEA0364}"/>
              </a:ext>
            </a:extLst>
          </p:cNvPr>
          <p:cNvPicPr>
            <a:picLocks xmlns:a="http://schemas.openxmlformats.org/drawingml/2006/main" noChangeAspect="1"/>
          </p:cNvPicPr>
          <p:nvPr/>
        </p:nvPicPr>
        <p:blipFill>
          <a:blip xmlns:r="http://schemas.openxmlformats.org/officeDocument/2006/relationships" xmlns:a="http://schemas.openxmlformats.org/drawingml/2006/main" r:embed="Rf551e9ba5d904ec8"/>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03022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32DCFA-A408-4847-AF6E-5545F8EB636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816B0101-7FEA-481C-AF32-0377DF44EED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1352B5F-2EBB-45B6-B3E9-020C2EC026F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06D130-3081-483C-B479-60272FBEE3C4}"/>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468DAD08-B757-4234-8FD5-D01F2C9DB98F}"/>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011CB435-573D-469D-81CA-02F6D51E1F67}"/>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4F01B068-6024-48F9-A000-E75FCF6D88FB}"/>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8EBF71D2-0D55-487C-860B-9941B0F6045E}"/>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28A15662-1240-451B-8A81-1A474ED73F9B}"/>
              </a:ext>
            </a:extLst>
          </p:cNvPr>
          <p:cNvPicPr>
            <a:picLocks xmlns:a="http://schemas.openxmlformats.org/drawingml/2006/main" noChangeAspect="1"/>
          </p:cNvPicPr>
          <p:nvPr/>
        </p:nvPicPr>
        <p:blipFill>
          <a:blip xmlns:r="http://schemas.openxmlformats.org/officeDocument/2006/relationships" xmlns:a="http://schemas.openxmlformats.org/drawingml/2006/main" r:embed="R68f6f38ad0184006"/>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85EAD192-D57C-4553-BCD3-F744D75170E6}"/>
              </a:ext>
            </a:extLst>
          </p:cNvPr>
          <p:cNvPicPr>
            <a:picLocks xmlns:a="http://schemas.openxmlformats.org/drawingml/2006/main" noChangeAspect="1"/>
          </p:cNvPicPr>
          <p:nvPr/>
        </p:nvPicPr>
        <p:blipFill>
          <a:blip xmlns:r="http://schemas.openxmlformats.org/officeDocument/2006/relationships" xmlns:a="http://schemas.openxmlformats.org/drawingml/2006/main" r:embed="R770dabad273a48f2"/>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5BD155FB-7CCD-4DC6-8AEB-61473045F59C}"/>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607034A0-0506-4A98-B1E0-093514D4DF1A}"/>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pic>
        <p:nvPicPr>
          <p:cNvPr id="14" name="">
            <a:extLst xmlns:a="http://schemas.openxmlformats.org/drawingml/2006/main">
              <a:ext uri="{FF2B5EF4-FFF2-40B4-BE49-F238E27FC236}">
                <a16:creationId xmlns:a16="http://schemas.microsoft.com/office/drawing/2014/main" id="{AB5F72A4-E18D-4ADD-9195-2AD0BCD712A7}"/>
              </a:ext>
            </a:extLst>
          </p:cNvPr>
          <p:cNvPicPr>
            <a:picLocks xmlns:a="http://schemas.openxmlformats.org/drawingml/2006/main" noChangeAspect="1"/>
          </p:cNvPicPr>
          <p:nvPr/>
        </p:nvPicPr>
        <p:blipFill>
          <a:blip xmlns:r="http://schemas.openxmlformats.org/officeDocument/2006/relationships" xmlns:a="http://schemas.openxmlformats.org/drawingml/2006/main" r:embed="Rbb546c2ca2bb4b87"/>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EA70F14-E7A8-4CEF-AA2F-9D16A270548C}"/>
              </a:ext>
            </a:extLst>
          </p:cNvPr>
          <p:cNvPicPr>
            <a:picLocks xmlns:a="http://schemas.openxmlformats.org/drawingml/2006/main" noChangeAspect="1"/>
          </p:cNvPicPr>
          <p:nvPr/>
        </p:nvPicPr>
        <p:blipFill>
          <a:blip xmlns:r="http://schemas.openxmlformats.org/officeDocument/2006/relationships" xmlns:a="http://schemas.openxmlformats.org/drawingml/2006/main" r:embed="Rd6c77ae6760c4727"/>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473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4AFC1-4535-4093-962C-92A92E0CA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BE5D3B6E-0BBF-4DC3-AFA0-1689318262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245DB1C8-4D2A-4AF9-AA9F-6C57AB4E9C1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0A1DCD96-D787-4489-9070-C5FE03622878}"/>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07E001E1-23EC-4021-A34E-52F23B98C279}"/>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908307BF-27AF-45A3-B674-08C49F8FE8F5}"/>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C3B653FC-3DD3-4CDC-A90E-7E65F368F9A0}"/>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26395E52-E872-41C2-AA16-0276DD47D69C}"/>
              </a:ext>
            </a:extLst>
          </p:cNvPr>
          <p:cNvPicPr>
            <a:picLocks xmlns:a="http://schemas.openxmlformats.org/drawingml/2006/main" noChangeAspect="1"/>
          </p:cNvPicPr>
          <p:nvPr/>
        </p:nvPicPr>
        <p:blipFill>
          <a:blip xmlns:r="http://schemas.openxmlformats.org/officeDocument/2006/relationships" xmlns:a="http://schemas.openxmlformats.org/drawingml/2006/main" r:embed="R7290db49827744d1"/>
          <a:stretch xmlns:a="http://schemas.openxmlformats.org/drawingml/2006/main"/>
        </p:blipFill>
        <p:spPr>
          <a:xfrm xmlns:a="http://schemas.openxmlformats.org/drawingml/2006/main">
            <a:off x="4474034" y="1562100"/>
            <a:ext cx="10006682" cy="6419850"/>
          </a:xfrm>
          <a:prstGeom xmlns:a="http://schemas.openxmlformats.org/drawingml/2006/main" prst="roundRect">
            <a:avLst>
              <a:gd name="adj" fmla="val 1335"/>
            </a:avLst>
          </a:prstGeom>
        </p:spPr>
      </p:pic>
      <p:pic>
        <p:nvPicPr>
          <p:cNvPr id="10" name="">
            <a:extLst xmlns:a="http://schemas.openxmlformats.org/drawingml/2006/main">
              <a:ext uri="{FF2B5EF4-FFF2-40B4-BE49-F238E27FC236}">
                <a16:creationId xmlns:a16="http://schemas.microsoft.com/office/drawing/2014/main" id="{168DD52E-E066-4F63-9AF0-68C14FB649EC}"/>
              </a:ext>
            </a:extLst>
          </p:cNvPr>
          <p:cNvPicPr>
            <a:picLocks xmlns:a="http://schemas.openxmlformats.org/drawingml/2006/main" noChangeAspect="1"/>
          </p:cNvPicPr>
          <p:nvPr/>
        </p:nvPicPr>
        <p:blipFill>
          <a:blip xmlns:r="http://schemas.openxmlformats.org/officeDocument/2006/relationships" xmlns:a="http://schemas.openxmlformats.org/drawingml/2006/main" r:embed="Rfc481476ce384d0e"/>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2D783CF-4098-4B64-9881-B0458AC5B61B}"/>
              </a:ext>
            </a:extLst>
          </p:cNvPr>
          <p:cNvPicPr>
            <a:picLocks xmlns:a="http://schemas.openxmlformats.org/drawingml/2006/main" noChangeAspect="1"/>
          </p:cNvPicPr>
          <p:nvPr/>
        </p:nvPicPr>
        <p:blipFill>
          <a:blip xmlns:r="http://schemas.openxmlformats.org/officeDocument/2006/relationships" xmlns:a="http://schemas.openxmlformats.org/drawingml/2006/main" r:embed="R4d064c5d76bc485e"/>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74208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406194-901B-49AE-870E-B6E476029D5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C99FD8D9-A94B-4629-992B-2FE1118529D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6D66B03-7ABB-4135-9219-1BEBE2BEAF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505DA7B-2D40-4F3B-B182-29451D9C1D02}"/>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buNone/>
              <a:defRPr sz="3150" b="1">
                <a:solidFill>
                  <a:srgbClr val="183542"/>
                </a:solidFill>
                <a:latin typeface="Arial"/>
                <a:ea typeface="Arial"/>
                <a:cs typeface="Arial"/>
              </a:defRPr>
            </a:lvl1pPr>
            <a:lvl2pPr>
              <a:buNone/>
              <a:defRPr sz="3150" b="1">
                <a:solidFill>
                  <a:srgbClr val="183542"/>
                </a:solidFill>
                <a:latin typeface="Arial"/>
                <a:ea typeface="Arial"/>
                <a:cs typeface="Arial"/>
              </a:defRPr>
            </a:lvl2pPr>
            <a:lvl3pPr>
              <a:buNone/>
              <a:defRPr sz="3150" b="1">
                <a:solidFill>
                  <a:srgbClr val="183542"/>
                </a:solidFill>
                <a:latin typeface="Arial"/>
                <a:ea typeface="Arial"/>
                <a:cs typeface="Arial"/>
              </a:defRPr>
            </a:lvl3pPr>
            <a:lvl4pPr>
              <a:buNone/>
              <a:defRPr sz="3150" b="1">
                <a:solidFill>
                  <a:srgbClr val="183542"/>
                </a:solidFill>
                <a:latin typeface="Arial"/>
                <a:ea typeface="Arial"/>
                <a:cs typeface="Arial"/>
              </a:defRPr>
            </a:lvl4pPr>
            <a:lvl5pPr>
              <a:buNone/>
              <a:defRPr sz="3150" b="1">
                <a:solidFill>
                  <a:srgbClr val="183542"/>
                </a:solidFill>
                <a:latin typeface="Arial"/>
                <a:ea typeface="Arial"/>
                <a:cs typeface="Arial"/>
              </a:defRPr>
            </a:lvl5pPr>
            <a:lvl6pPr>
              <a:buNone/>
              <a:defRPr sz="3150" b="1">
                <a:solidFill>
                  <a:srgbClr val="183542"/>
                </a:solidFill>
                <a:latin typeface="Arial"/>
                <a:ea typeface="Arial"/>
                <a:cs typeface="Arial"/>
              </a:defRPr>
            </a:lvl6pPr>
            <a:lvl7pPr>
              <a:buNone/>
              <a:defRPr sz="3150" b="1">
                <a:solidFill>
                  <a:srgbClr val="183542"/>
                </a:solidFill>
                <a:latin typeface="Arial"/>
                <a:ea typeface="Arial"/>
                <a:cs typeface="Arial"/>
              </a:defRPr>
            </a:lvl7pPr>
            <a:lvl8pPr>
              <a:buNone/>
              <a:defRPr sz="3150" b="1">
                <a:solidFill>
                  <a:srgbClr val="183542"/>
                </a:solidFill>
                <a:latin typeface="Arial"/>
                <a:ea typeface="Arial"/>
                <a:cs typeface="Arial"/>
              </a:defRPr>
            </a:lvl8pPr>
            <a:lvl9pPr>
              <a:buNone/>
              <a:defRPr sz="3150" b="1">
                <a:solidFill>
                  <a:srgbClr val="183542"/>
                </a:solidFill>
                <a:latin typeface="Arial"/>
                <a:ea typeface="Arial"/>
                <a:cs typeface="Arial"/>
              </a:defRPr>
            </a:lvl9pPr>
          </a:lstStyle>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A clear route</a:t>
            </a:r>
          </a:p>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for each enquiry</a:t>
            </a:r>
          </a:p>
        </p:txBody>
      </p:sp>
      <p:sp>
        <p:nvSpPr>
          <p:cNvPr id="5" name="">
            <a:extLst xmlns:a="http://schemas.openxmlformats.org/drawingml/2006/main">
              <a:ext uri="{FF2B5EF4-FFF2-40B4-BE49-F238E27FC236}">
                <a16:creationId xmlns:a16="http://schemas.microsoft.com/office/drawing/2014/main" id="{0FBDE71C-875B-4FB5-B4B8-C082512F9C08}"/>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buNone/>
              <a:defRPr sz="2100" b="0">
                <a:solidFill>
                  <a:srgbClr val="607785"/>
                </a:solidFill>
                <a:latin typeface="Arial"/>
                <a:ea typeface="Arial"/>
                <a:cs typeface="Arial"/>
              </a:defRPr>
            </a:lvl1pPr>
            <a:lvl2pPr>
              <a:buNone/>
              <a:defRPr sz="2100" b="0">
                <a:solidFill>
                  <a:srgbClr val="607785"/>
                </a:solidFill>
                <a:latin typeface="Arial"/>
                <a:ea typeface="Arial"/>
                <a:cs typeface="Arial"/>
              </a:defRPr>
            </a:lvl2pPr>
            <a:lvl3pPr>
              <a:buNone/>
              <a:defRPr sz="2100" b="0">
                <a:solidFill>
                  <a:srgbClr val="607785"/>
                </a:solidFill>
                <a:latin typeface="Arial"/>
                <a:ea typeface="Arial"/>
                <a:cs typeface="Arial"/>
              </a:defRPr>
            </a:lvl3pPr>
            <a:lvl4pPr>
              <a:buNone/>
              <a:defRPr sz="2100" b="0">
                <a:solidFill>
                  <a:srgbClr val="607785"/>
                </a:solidFill>
                <a:latin typeface="Arial"/>
                <a:ea typeface="Arial"/>
                <a:cs typeface="Arial"/>
              </a:defRPr>
            </a:lvl4pPr>
            <a:lvl5pPr>
              <a:buNone/>
              <a:defRPr sz="2100" b="0">
                <a:solidFill>
                  <a:srgbClr val="607785"/>
                </a:solidFill>
                <a:latin typeface="Arial"/>
                <a:ea typeface="Arial"/>
                <a:cs typeface="Arial"/>
              </a:defRPr>
            </a:lvl5pPr>
            <a:lvl6pPr>
              <a:buNone/>
              <a:defRPr sz="2100" b="0">
                <a:solidFill>
                  <a:srgbClr val="607785"/>
                </a:solidFill>
                <a:latin typeface="Arial"/>
                <a:ea typeface="Arial"/>
                <a:cs typeface="Arial"/>
              </a:defRPr>
            </a:lvl6pPr>
            <a:lvl7pPr>
              <a:buNone/>
              <a:defRPr sz="2100" b="0">
                <a:solidFill>
                  <a:srgbClr val="607785"/>
                </a:solidFill>
                <a:latin typeface="Arial"/>
                <a:ea typeface="Arial"/>
                <a:cs typeface="Arial"/>
              </a:defRPr>
            </a:lvl7pPr>
            <a:lvl8pPr>
              <a:buNone/>
              <a:defRPr sz="2100" b="0">
                <a:solidFill>
                  <a:srgbClr val="607785"/>
                </a:solidFill>
                <a:latin typeface="Arial"/>
                <a:ea typeface="Arial"/>
                <a:cs typeface="Arial"/>
              </a:defRPr>
            </a:lvl8pPr>
            <a:lvl9pPr>
              <a:buNone/>
              <a:defRPr sz="2100" b="0">
                <a:solidFill>
                  <a:srgbClr val="607785"/>
                </a:solidFill>
                <a:latin typeface="Arial"/>
                <a:ea typeface="Arial"/>
                <a:cs typeface="Arial"/>
              </a:defRPr>
            </a:lvl9pPr>
          </a:lstStyle>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98E12E66-EE87-4F65-AEB9-5A074858051D}"/>
              </a:ext>
            </a:extLst>
          </p:cNvPr>
          <p:cNvPicPr>
            <a:picLocks xmlns:a="http://schemas.openxmlformats.org/drawingml/2006/main" noChangeAspect="1"/>
          </p:cNvPicPr>
          <p:nvPr/>
        </p:nvPicPr>
        <p:blipFill>
          <a:blip xmlns:r="http://schemas.openxmlformats.org/officeDocument/2006/relationships" xmlns:a="http://schemas.openxmlformats.org/drawingml/2006/main" r:embed="R673c24c59ab9430a"/>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pic>
        <p:nvPicPr>
          <p:cNvPr id="8" name="">
            <a:extLst xmlns:a="http://schemas.openxmlformats.org/drawingml/2006/main">
              <a:ext uri="{FF2B5EF4-FFF2-40B4-BE49-F238E27FC236}">
                <a16:creationId xmlns:a16="http://schemas.microsoft.com/office/drawing/2014/main" id="{466F0E33-0C0C-4B70-A001-6F7645D9C615}"/>
              </a:ext>
            </a:extLst>
          </p:cNvPr>
          <p:cNvPicPr>
            <a:picLocks xmlns:a="http://schemas.openxmlformats.org/drawingml/2006/main" noChangeAspect="1"/>
          </p:cNvPicPr>
          <p:nvPr/>
        </p:nvPicPr>
        <p:blipFill>
          <a:blip xmlns:r="http://schemas.openxmlformats.org/officeDocument/2006/relationships" xmlns:a="http://schemas.openxmlformats.org/drawingml/2006/main" r:embed="R743bbe8702b64b25"/>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4A5CAE9-D162-4E04-8451-875249266485}"/>
              </a:ext>
            </a:extLst>
          </p:cNvPr>
          <p:cNvPicPr>
            <a:picLocks xmlns:a="http://schemas.openxmlformats.org/drawingml/2006/main" noChangeAspect="1"/>
          </p:cNvPicPr>
          <p:nvPr/>
        </p:nvPicPr>
        <p:blipFill>
          <a:blip xmlns:r="http://schemas.openxmlformats.org/officeDocument/2006/relationships" xmlns:a="http://schemas.openxmlformats.org/drawingml/2006/main" r:embed="R1c5dfb8b1c484716"/>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687440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085CC-778F-4013-8F51-5B857B48DEB9}"/>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A8B308FD-3151-4279-AADB-EC695E2175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72A791C3-3C75-4342-B432-D93716A59DB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8890759-DEE1-4865-8E3E-054710E62C0B}"/>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7E2BACF1-D676-4D73-8918-97E7AECC7D97}"/>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34485FED-6683-43BE-A22C-C61E969189FA}"/>
              </a:ext>
            </a:extLst>
          </p:cNvPr>
          <p:cNvPicPr>
            <a:picLocks xmlns:a="http://schemas.openxmlformats.org/drawingml/2006/main" noChangeAspect="1"/>
          </p:cNvPicPr>
          <p:nvPr/>
        </p:nvPicPr>
        <p:blipFill>
          <a:blip xmlns:r="http://schemas.openxmlformats.org/officeDocument/2006/relationships" xmlns:a="http://schemas.openxmlformats.org/drawingml/2006/main" r:embed="R02a790cb62d3484a"/>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D831B7F0-A1A4-4ED1-BA9D-DE8CDB7F8A78}"/>
              </a:ext>
            </a:extLst>
          </p:cNvPr>
          <p:cNvPicPr>
            <a:picLocks xmlns:a="http://schemas.openxmlformats.org/drawingml/2006/main" noChangeAspect="1"/>
          </p:cNvPicPr>
          <p:nvPr/>
        </p:nvPicPr>
        <p:blipFill>
          <a:blip xmlns:r="http://schemas.openxmlformats.org/officeDocument/2006/relationships" xmlns:a="http://schemas.openxmlformats.org/drawingml/2006/main" r:embed="R61e00149f62c4efd"/>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pic>
        <p:nvPicPr>
          <p:cNvPr id="9" name="">
            <a:extLst xmlns:a="http://schemas.openxmlformats.org/drawingml/2006/main">
              <a:ext uri="{FF2B5EF4-FFF2-40B4-BE49-F238E27FC236}">
                <a16:creationId xmlns:a16="http://schemas.microsoft.com/office/drawing/2014/main" id="{70EFCF0E-6C55-48D2-BCDD-F30E8E62A768}"/>
              </a:ext>
            </a:extLst>
          </p:cNvPr>
          <p:cNvPicPr>
            <a:picLocks xmlns:a="http://schemas.openxmlformats.org/drawingml/2006/main" noChangeAspect="1"/>
          </p:cNvPicPr>
          <p:nvPr/>
        </p:nvPicPr>
        <p:blipFill>
          <a:blip xmlns:r="http://schemas.openxmlformats.org/officeDocument/2006/relationships" xmlns:a="http://schemas.openxmlformats.org/drawingml/2006/main" r:embed="R0cf6075e18d04183"/>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E04D4A0-50FB-46CB-94F6-14FE57CF3971}"/>
              </a:ext>
            </a:extLst>
          </p:cNvPr>
          <p:cNvPicPr>
            <a:picLocks xmlns:a="http://schemas.openxmlformats.org/drawingml/2006/main" noChangeAspect="1"/>
          </p:cNvPicPr>
          <p:nvPr/>
        </p:nvPicPr>
        <p:blipFill>
          <a:blip xmlns:r="http://schemas.openxmlformats.org/officeDocument/2006/relationships" xmlns:a="http://schemas.openxmlformats.org/drawingml/2006/main" r:embed="R4d5330f3facb43c3"/>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925479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19DF1-8F39-424E-9403-53DBAE09254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F3873D94-F080-4404-B336-7AE85C6750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C29CC87-C4BA-4FE3-99CC-E5807107FEDE}"/>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0FE4FF6-5485-465E-988D-21545F750682}"/>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What needs attention</a:t>
            </a:r>
          </a:p>
        </p:txBody>
      </p:sp>
      <p:sp>
        <p:nvSpPr>
          <p:cNvPr id="5" name="">
            <a:extLst xmlns:a="http://schemas.openxmlformats.org/drawingml/2006/main">
              <a:ext uri="{FF2B5EF4-FFF2-40B4-BE49-F238E27FC236}">
                <a16:creationId xmlns:a16="http://schemas.microsoft.com/office/drawing/2014/main" id="{820BA9AC-95C4-41E7-9208-3D43D424914F}"/>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EC803B74-7443-4056-8BA4-B687C3D64C25}"/>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10E50B48-FC62-459A-8E79-387765E3F84E}"/>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9973C36A-773A-4950-8634-6A0F3F4CADEC}"/>
              </a:ext>
            </a:extLst>
          </p:cNvPr>
          <p:cNvPicPr>
            <a:picLocks xmlns:a="http://schemas.openxmlformats.org/drawingml/2006/main" noChangeAspect="1"/>
          </p:cNvPicPr>
          <p:nvPr/>
        </p:nvPicPr>
        <p:blipFill>
          <a:blip xmlns:r="http://schemas.openxmlformats.org/officeDocument/2006/relationships" xmlns:a="http://schemas.openxmlformats.org/drawingml/2006/main" r:embed="R5ed475c3f63b4043"/>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pic>
        <p:nvPicPr>
          <p:cNvPr id="10" name="">
            <a:extLst xmlns:a="http://schemas.openxmlformats.org/drawingml/2006/main">
              <a:ext uri="{FF2B5EF4-FFF2-40B4-BE49-F238E27FC236}">
                <a16:creationId xmlns:a16="http://schemas.microsoft.com/office/drawing/2014/main" id="{405F1AED-1720-4980-AC7D-184DCF8D3B51}"/>
              </a:ext>
            </a:extLst>
          </p:cNvPr>
          <p:cNvPicPr>
            <a:picLocks xmlns:a="http://schemas.openxmlformats.org/drawingml/2006/main" noChangeAspect="1"/>
          </p:cNvPicPr>
          <p:nvPr/>
        </p:nvPicPr>
        <p:blipFill>
          <a:blip xmlns:r="http://schemas.openxmlformats.org/officeDocument/2006/relationships" xmlns:a="http://schemas.openxmlformats.org/drawingml/2006/main" r:embed="R27a8b9c8e5bb4ab0"/>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A12CF88-83BE-4510-B212-6D07860BFEBC}"/>
              </a:ext>
            </a:extLst>
          </p:cNvPr>
          <p:cNvPicPr>
            <a:picLocks xmlns:a="http://schemas.openxmlformats.org/drawingml/2006/main" noChangeAspect="1"/>
          </p:cNvPicPr>
          <p:nvPr/>
        </p:nvPicPr>
        <p:blipFill>
          <a:blip xmlns:r="http://schemas.openxmlformats.org/officeDocument/2006/relationships" xmlns:a="http://schemas.openxmlformats.org/drawingml/2006/main" r:embed="R005aaa1559b64304"/>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57766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D94B4-181E-48BD-A84D-A2BA281C471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3561A734-5204-4D15-859B-D4770E737E4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25FD7F0-7F59-4B7E-9188-2841ED36A45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C70A98E-2A24-44F1-A0CA-EE00A9C8A324}"/>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23110DA-728B-488C-9ECE-61290D10F2C0}"/>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F824B3D6-0A99-4020-971F-4052557E8331}"/>
              </a:ext>
            </a:extLst>
          </p:cNvPr>
          <p:cNvPicPr>
            <a:picLocks xmlns:a="http://schemas.openxmlformats.org/drawingml/2006/main" noChangeAspect="1"/>
          </p:cNvPicPr>
          <p:nvPr/>
        </p:nvPicPr>
        <p:blipFill>
          <a:blip xmlns:r="http://schemas.openxmlformats.org/officeDocument/2006/relationships" xmlns:a="http://schemas.openxmlformats.org/drawingml/2006/main" r:embed="R5eac3d0c30c04ecc"/>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3474F858-EC10-4E02-B8FE-FED36875EF3D}"/>
              </a:ext>
            </a:extLst>
          </p:cNvPr>
          <p:cNvPicPr>
            <a:picLocks xmlns:a="http://schemas.openxmlformats.org/drawingml/2006/main" noChangeAspect="1"/>
          </p:cNvPicPr>
          <p:nvPr/>
        </p:nvPicPr>
        <p:blipFill>
          <a:blip xmlns:r="http://schemas.openxmlformats.org/officeDocument/2006/relationships" xmlns:a="http://schemas.openxmlformats.org/drawingml/2006/main" r:embed="Rfbb756d4fa844cbf"/>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46D3AC81-80C2-433A-B4AE-093F06897502}"/>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F2B83542-DAFA-4F9D-9FFB-B9EBE6748235}"/>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pic>
        <p:nvPicPr>
          <p:cNvPr id="11" name="">
            <a:extLst xmlns:a="http://schemas.openxmlformats.org/drawingml/2006/main">
              <a:ext uri="{FF2B5EF4-FFF2-40B4-BE49-F238E27FC236}">
                <a16:creationId xmlns:a16="http://schemas.microsoft.com/office/drawing/2014/main" id="{1B7729DC-CA80-410C-A698-F985D04FCE9A}"/>
              </a:ext>
            </a:extLst>
          </p:cNvPr>
          <p:cNvPicPr>
            <a:picLocks xmlns:a="http://schemas.openxmlformats.org/drawingml/2006/main" noChangeAspect="1"/>
          </p:cNvPicPr>
          <p:nvPr/>
        </p:nvPicPr>
        <p:blipFill>
          <a:blip xmlns:r="http://schemas.openxmlformats.org/officeDocument/2006/relationships" xmlns:a="http://schemas.openxmlformats.org/drawingml/2006/main" r:embed="Re5eb470f773247b1"/>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2D322F0-DE42-4A41-B903-934D686C76AB}"/>
              </a:ext>
            </a:extLst>
          </p:cNvPr>
          <p:cNvPicPr>
            <a:picLocks xmlns:a="http://schemas.openxmlformats.org/drawingml/2006/main" noChangeAspect="1"/>
          </p:cNvPicPr>
          <p:nvPr/>
        </p:nvPicPr>
        <p:blipFill>
          <a:blip xmlns:r="http://schemas.openxmlformats.org/officeDocument/2006/relationships" xmlns:a="http://schemas.openxmlformats.org/drawingml/2006/main" r:embed="Rb4cde3f9628049fd"/>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78096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FB6B5-7EAF-4A51-A322-5B5E49CF212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B6F7C9C-1545-4AA4-85FF-E362BA8CC17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8281FC5-3358-43E2-9BC5-5E097161E5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7562007-3834-491C-9936-68E977AAEB9C}"/>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buNone/>
              <a:defRPr sz="3450" b="1">
                <a:solidFill>
                  <a:srgbClr val="183542"/>
                </a:solidFill>
                <a:latin typeface="Arial"/>
                <a:ea typeface="Arial"/>
                <a:cs typeface="Arial"/>
              </a:defRPr>
            </a:lvl1pPr>
            <a:lvl2pPr>
              <a:buNone/>
              <a:defRPr sz="3450" b="1">
                <a:solidFill>
                  <a:srgbClr val="183542"/>
                </a:solidFill>
                <a:latin typeface="Arial"/>
                <a:ea typeface="Arial"/>
                <a:cs typeface="Arial"/>
              </a:defRPr>
            </a:lvl2pPr>
            <a:lvl3pPr>
              <a:buNone/>
              <a:defRPr sz="3450" b="1">
                <a:solidFill>
                  <a:srgbClr val="183542"/>
                </a:solidFill>
                <a:latin typeface="Arial"/>
                <a:ea typeface="Arial"/>
                <a:cs typeface="Arial"/>
              </a:defRPr>
            </a:lvl3pPr>
            <a:lvl4pPr>
              <a:buNone/>
              <a:defRPr sz="3450" b="1">
                <a:solidFill>
                  <a:srgbClr val="183542"/>
                </a:solidFill>
                <a:latin typeface="Arial"/>
                <a:ea typeface="Arial"/>
                <a:cs typeface="Arial"/>
              </a:defRPr>
            </a:lvl4pPr>
            <a:lvl5pPr>
              <a:buNone/>
              <a:defRPr sz="3450" b="1">
                <a:solidFill>
                  <a:srgbClr val="183542"/>
                </a:solidFill>
                <a:latin typeface="Arial"/>
                <a:ea typeface="Arial"/>
                <a:cs typeface="Arial"/>
              </a:defRPr>
            </a:lvl5pPr>
            <a:lvl6pPr>
              <a:buNone/>
              <a:defRPr sz="3450" b="1">
                <a:solidFill>
                  <a:srgbClr val="183542"/>
                </a:solidFill>
                <a:latin typeface="Arial"/>
                <a:ea typeface="Arial"/>
                <a:cs typeface="Arial"/>
              </a:defRPr>
            </a:lvl6pPr>
            <a:lvl7pPr>
              <a:buNone/>
              <a:defRPr sz="3450" b="1">
                <a:solidFill>
                  <a:srgbClr val="183542"/>
                </a:solidFill>
                <a:latin typeface="Arial"/>
                <a:ea typeface="Arial"/>
                <a:cs typeface="Arial"/>
              </a:defRPr>
            </a:lvl7pPr>
            <a:lvl8pPr>
              <a:buNone/>
              <a:defRPr sz="3450" b="1">
                <a:solidFill>
                  <a:srgbClr val="183542"/>
                </a:solidFill>
                <a:latin typeface="Arial"/>
                <a:ea typeface="Arial"/>
                <a:cs typeface="Arial"/>
              </a:defRPr>
            </a:lvl8pPr>
            <a:lvl9pPr>
              <a:buNone/>
              <a:defRPr sz="3450" b="1">
                <a:solidFill>
                  <a:srgbClr val="183542"/>
                </a:solidFill>
                <a:latin typeface="Arial"/>
                <a:ea typeface="Arial"/>
                <a:cs typeface="Arial"/>
              </a:defRPr>
            </a:lvl9pPr>
          </a:lstStyle>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916D37CD-698D-4739-AB09-F2EEBC6A745F}"/>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39501F8A-F034-4617-A9E9-7C5227FF43E2}"/>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32A5EB07-C9AA-4AD4-B6AE-76A7752380A2}"/>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2DE9CF52-94B0-4A4A-81C4-1A6E00A77BB5}"/>
              </a:ext>
            </a:extLst>
          </p:cNvPr>
          <p:cNvPicPr>
            <a:picLocks xmlns:a="http://schemas.openxmlformats.org/drawingml/2006/main" noChangeAspect="1"/>
          </p:cNvPicPr>
          <p:nvPr/>
        </p:nvPicPr>
        <p:blipFill>
          <a:blip xmlns:r="http://schemas.openxmlformats.org/officeDocument/2006/relationships" xmlns:a="http://schemas.openxmlformats.org/drawingml/2006/main" r:embed="Rd0a918d988a54d45"/>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pic>
        <p:nvPicPr>
          <p:cNvPr id="10" name="">
            <a:extLst xmlns:a="http://schemas.openxmlformats.org/drawingml/2006/main">
              <a:ext uri="{FF2B5EF4-FFF2-40B4-BE49-F238E27FC236}">
                <a16:creationId xmlns:a16="http://schemas.microsoft.com/office/drawing/2014/main" id="{B066E097-68D0-4696-B174-5FA829C4B731}"/>
              </a:ext>
            </a:extLst>
          </p:cNvPr>
          <p:cNvPicPr>
            <a:picLocks xmlns:a="http://schemas.openxmlformats.org/drawingml/2006/main" noChangeAspect="1"/>
          </p:cNvPicPr>
          <p:nvPr/>
        </p:nvPicPr>
        <p:blipFill>
          <a:blip xmlns:r="http://schemas.openxmlformats.org/officeDocument/2006/relationships" xmlns:a="http://schemas.openxmlformats.org/drawingml/2006/main" r:embed="R3dcff427d0a944be"/>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1BC1625-5FA6-4CD2-932D-B15DB00D2EB8}"/>
              </a:ext>
            </a:extLst>
          </p:cNvPr>
          <p:cNvPicPr>
            <a:picLocks xmlns:a="http://schemas.openxmlformats.org/drawingml/2006/main" noChangeAspect="1"/>
          </p:cNvPicPr>
          <p:nvPr/>
        </p:nvPicPr>
        <p:blipFill>
          <a:blip xmlns:r="http://schemas.openxmlformats.org/officeDocument/2006/relationships" xmlns:a="http://schemas.openxmlformats.org/drawingml/2006/main" r:embed="R5c57100f508f4f0e"/>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38862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96B6E-DFB0-4C61-A569-27D9951DB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0C0B2389-52BD-490C-8AA2-52698289C40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C05DC7D-5A9F-4C95-8D27-E56E4640654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4FC856F8-BE53-46A2-BFBC-FD70F4AC454C}"/>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30B84A96-7C31-4B3A-A12A-2F176F452495}"/>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31AC9451-869A-4A2E-B861-1CB70E590F64}"/>
              </a:ext>
            </a:extLst>
          </p:cNvPr>
          <p:cNvPicPr>
            <a:picLocks xmlns:a="http://schemas.openxmlformats.org/drawingml/2006/main" noChangeAspect="1"/>
          </p:cNvPicPr>
          <p:nvPr/>
        </p:nvPicPr>
        <p:blipFill>
          <a:blip xmlns:r="http://schemas.openxmlformats.org/officeDocument/2006/relationships" xmlns:a="http://schemas.openxmlformats.org/drawingml/2006/main" r:embed="Ra4c5947af4ca4ebc"/>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4296A62C-E9A4-4CCA-BA55-CEBE8C2A2D2B}"/>
              </a:ext>
            </a:extLst>
          </p:cNvPr>
          <p:cNvPicPr>
            <a:picLocks xmlns:a="http://schemas.openxmlformats.org/drawingml/2006/main" noChangeAspect="1"/>
          </p:cNvPicPr>
          <p:nvPr/>
        </p:nvPicPr>
        <p:blipFill>
          <a:blip xmlns:r="http://schemas.openxmlformats.org/officeDocument/2006/relationships" xmlns:a="http://schemas.openxmlformats.org/drawingml/2006/main" r:embed="R5d6887fb16e74b93"/>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BB18F292-1AE9-42BF-B0BC-2D324F84142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84627987-7821-40F1-AD74-D5D55228ACDE}"/>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pic>
        <p:nvPicPr>
          <p:cNvPr id="11" name="">
            <a:extLst xmlns:a="http://schemas.openxmlformats.org/drawingml/2006/main">
              <a:ext uri="{FF2B5EF4-FFF2-40B4-BE49-F238E27FC236}">
                <a16:creationId xmlns:a16="http://schemas.microsoft.com/office/drawing/2014/main" id="{5F96C869-09C2-4851-AE98-A53E4E57DF1A}"/>
              </a:ext>
            </a:extLst>
          </p:cNvPr>
          <p:cNvPicPr>
            <a:picLocks xmlns:a="http://schemas.openxmlformats.org/drawingml/2006/main" noChangeAspect="1"/>
          </p:cNvPicPr>
          <p:nvPr/>
        </p:nvPicPr>
        <p:blipFill>
          <a:blip xmlns:r="http://schemas.openxmlformats.org/officeDocument/2006/relationships" xmlns:a="http://schemas.openxmlformats.org/drawingml/2006/main" r:embed="R827f014ad6ce43bf"/>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7BF01CB5-E58D-4FF9-8866-8DCF54AE142A}"/>
              </a:ext>
            </a:extLst>
          </p:cNvPr>
          <p:cNvPicPr>
            <a:picLocks xmlns:a="http://schemas.openxmlformats.org/drawingml/2006/main" noChangeAspect="1"/>
          </p:cNvPicPr>
          <p:nvPr/>
        </p:nvPicPr>
        <p:blipFill>
          <a:blip xmlns:r="http://schemas.openxmlformats.org/officeDocument/2006/relationships" xmlns:a="http://schemas.openxmlformats.org/drawingml/2006/main" r:embed="Rfeadecd724104a3d"/>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137191167"/>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DA767-BACF-482A-9ACF-BA8817CC75B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26A283CD-5F34-40B8-8AE9-10E32FA8D16B}"/>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7243BC8-0E5C-4193-97D7-010A8FA4365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0AEDD8-B221-4C64-AADD-F0E90B062039}"/>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C8886B9F-D65D-468A-AB89-1EA4DC4E7CF8}"/>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99F06184-B1D6-4DB1-A4ED-1028D623CD49}"/>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4CC49C75-2835-463D-B6FF-DED6BE03CEC9}"/>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BCD0658D-D262-4E69-A54D-2F1F59C8CC78}"/>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82595BB2-15E4-4261-9154-C3C7E984E114}"/>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DAFA6FA2-4ED9-4FCA-AF3C-1959E149A67B}"/>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73931187-5346-48C0-9B51-04C34B3399B4}"/>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pic>
        <p:nvPicPr>
          <p:cNvPr id="13" name="">
            <a:extLst xmlns:a="http://schemas.openxmlformats.org/drawingml/2006/main">
              <a:ext uri="{FF2B5EF4-FFF2-40B4-BE49-F238E27FC236}">
                <a16:creationId xmlns:a16="http://schemas.microsoft.com/office/drawing/2014/main" id="{829B8DB8-42D1-401D-808E-E264923189DF}"/>
              </a:ext>
            </a:extLst>
          </p:cNvPr>
          <p:cNvPicPr>
            <a:picLocks xmlns:a="http://schemas.openxmlformats.org/drawingml/2006/main" noChangeAspect="1"/>
          </p:cNvPicPr>
          <p:nvPr/>
        </p:nvPicPr>
        <p:blipFill>
          <a:blip xmlns:r="http://schemas.openxmlformats.org/officeDocument/2006/relationships" xmlns:a="http://schemas.openxmlformats.org/drawingml/2006/main" r:embed="Rc24346df730a4e78"/>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AD458C70-FA04-4357-886B-48B2672A1676}"/>
              </a:ext>
            </a:extLst>
          </p:cNvPr>
          <p:cNvPicPr>
            <a:picLocks xmlns:a="http://schemas.openxmlformats.org/drawingml/2006/main" noChangeAspect="1"/>
          </p:cNvPicPr>
          <p:nvPr/>
        </p:nvPicPr>
        <p:blipFill>
          <a:blip xmlns:r="http://schemas.openxmlformats.org/officeDocument/2006/relationships" xmlns:a="http://schemas.openxmlformats.org/drawingml/2006/main" r:embed="R98eb896160994198"/>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58104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89240-1D0A-4B7A-B5BE-AA6A15402148}"/>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36FDDAF3-AD73-4B61-851A-8B63D3AAD22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EE8CE03-C528-44F6-BCE1-9647798E388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35B8A8C-6E2C-44FE-8FCE-92724D29DAF3}"/>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E9ED5B68-0A63-4AC8-9CA6-AE76F774C3AA}"/>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F2E851-2391-4A8F-A1E7-7EFA3F986C8E}"/>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2C496FDF-6E2A-46F5-9A1E-C2A57FE43BFD}"/>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386A5859-2B58-4D42-889F-B45A7C5C2FB8}"/>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7CAA2D-D881-44AC-81E3-F9507AC95B4D}"/>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AFD1A550-6D45-459F-8800-6C0388BF5BF8}"/>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A6B4AECA-143C-41A9-B039-AA0474F336C3}"/>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41BC5E4-632D-4ABE-A959-BCE38FDBB65D}"/>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9DDBB290-55D4-4438-B2CF-3E6943A6D9B6}"/>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456E730C-95BC-4A3C-9705-DBA92A37C490}"/>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6F1748E-AF17-498A-87DE-E478E6168AC7}"/>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25985898-9DF4-4224-9E3D-0DB10968EE4F}"/>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pic>
        <p:nvPicPr>
          <p:cNvPr id="18" name="">
            <a:extLst xmlns:a="http://schemas.openxmlformats.org/drawingml/2006/main">
              <a:ext uri="{FF2B5EF4-FFF2-40B4-BE49-F238E27FC236}">
                <a16:creationId xmlns:a16="http://schemas.microsoft.com/office/drawing/2014/main" id="{E9929551-AC72-4C79-B46B-C3B70328D53D}"/>
              </a:ext>
            </a:extLst>
          </p:cNvPr>
          <p:cNvPicPr>
            <a:picLocks xmlns:a="http://schemas.openxmlformats.org/drawingml/2006/main" noChangeAspect="1"/>
          </p:cNvPicPr>
          <p:nvPr/>
        </p:nvPicPr>
        <p:blipFill>
          <a:blip xmlns:r="http://schemas.openxmlformats.org/officeDocument/2006/relationships" xmlns:a="http://schemas.openxmlformats.org/drawingml/2006/main" r:embed="R84715584ee7046d9"/>
          <a:stretch xmlns:a="http://schemas.openxmlformats.org/drawingml/2006/main"/>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02FF73B0-DD1F-4E94-8FB8-7DD899027BB5}"/>
              </a:ext>
            </a:extLst>
          </p:cNvPr>
          <p:cNvPicPr>
            <a:picLocks xmlns:a="http://schemas.openxmlformats.org/drawingml/2006/main" noChangeAspect="1"/>
          </p:cNvPicPr>
          <p:nvPr/>
        </p:nvPicPr>
        <p:blipFill>
          <a:blip xmlns:r="http://schemas.openxmlformats.org/officeDocument/2006/relationships" xmlns:a="http://schemas.openxmlformats.org/drawingml/2006/main" r:embed="R96bf69884dbb4af2"/>
          <a:srcRect xmlns:a="http://schemas.openxmlformats.org/drawingml/2006/main" l="8000" t="26000" r="8000" b="25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95104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2026-10-26T10:55:27.0440000Z</dcterms:created>
  <dcterms:modified xsi:type="dcterms:W3CDTF">2026-10-26T10:55:27.0440000Z</dcterms:modified>
</coreProperties>
</file>
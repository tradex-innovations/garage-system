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459ffaf2dd474e" /><Relationship Type="http://schemas.openxmlformats.org/officeDocument/2006/relationships/extended-properties" Target="/docProps/app.xml" Id="Rcc6942abe8214529" /><Relationship Type="http://schemas.openxmlformats.org/officeDocument/2006/relationships/officeDocument" Target="/ppt/presentation.xml" Id="R8efb607ddbe54b69" /></Relationships>
</file>

<file path=ppt/presentation.xml><?xml version="1.0" encoding="utf-8"?>
<p:presentation xmlns:p="http://schemas.openxmlformats.org/presentationml/2006/main">
  <p:sldMasterIdLst>
    <p:sldMasterId xmlns:r="http://schemas.openxmlformats.org/officeDocument/2006/relationships" id="2147483648" r:id="Ra0518800af15443b"/>
  </p:sldMasterIdLst>
  <p:notesMasterIdLst>
    <p:notesMasterId xmlns:r="http://schemas.openxmlformats.org/officeDocument/2006/relationships" r:id="R8e9d7912c8d64572"/>
  </p:notesMasterIdLst>
  <p:sldIdLst>
    <p:sldId xmlns:r="http://schemas.openxmlformats.org/officeDocument/2006/relationships" id="256" r:id="Rab736f5551314833"/>
    <p:sldId xmlns:r="http://schemas.openxmlformats.org/officeDocument/2006/relationships" id="257" r:id="R1962a566d4354256"/>
    <p:sldId xmlns:r="http://schemas.openxmlformats.org/officeDocument/2006/relationships" id="258" r:id="Ra7540cdec449438f"/>
    <p:sldId xmlns:r="http://schemas.openxmlformats.org/officeDocument/2006/relationships" id="259" r:id="R148f9e948a5f44a1"/>
    <p:sldId xmlns:r="http://schemas.openxmlformats.org/officeDocument/2006/relationships" id="260" r:id="R22be589221174d1f"/>
    <p:sldId xmlns:r="http://schemas.openxmlformats.org/officeDocument/2006/relationships" id="261" r:id="R693cddc4f1d94ea5"/>
    <p:sldId xmlns:r="http://schemas.openxmlformats.org/officeDocument/2006/relationships" id="262" r:id="Rc66740bc5eb4401a"/>
    <p:sldId xmlns:r="http://schemas.openxmlformats.org/officeDocument/2006/relationships" id="263" r:id="R7e2f630e67b54ec8"/>
    <p:sldId xmlns:r="http://schemas.openxmlformats.org/officeDocument/2006/relationships" id="264" r:id="R69cd7dbbb8cb4ed8"/>
    <p:sldId xmlns:r="http://schemas.openxmlformats.org/officeDocument/2006/relationships" id="265" r:id="R38953a5b7c624a2f"/>
    <p:sldId xmlns:r="http://schemas.openxmlformats.org/officeDocument/2006/relationships" id="266" r:id="R9aa3af9c808d4e98"/>
    <p:sldId xmlns:r="http://schemas.openxmlformats.org/officeDocument/2006/relationships" id="267" r:id="Rd1fb6601f36d4531"/>
    <p:sldId xmlns:r="http://schemas.openxmlformats.org/officeDocument/2006/relationships" id="268" r:id="R754e2e3408d94c6e"/>
    <p:sldId xmlns:r="http://schemas.openxmlformats.org/officeDocument/2006/relationships" id="269" r:id="R6ad057cf6f8d42c8"/>
    <p:sldId xmlns:r="http://schemas.openxmlformats.org/officeDocument/2006/relationships" id="270" r:id="Rc3825f0c010d495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7882c95b1243d1" /><Relationship Type="http://schemas.openxmlformats.org/officeDocument/2006/relationships/slideMaster" Target="/ppt/slideMasters/slideMaster1.xml" Id="Ra0518800af15443b" /><Relationship Type="http://schemas.openxmlformats.org/officeDocument/2006/relationships/notesMaster" Target="/ppt/notesMasters/notesMaster1.xml" Id="R8e9d7912c8d64572" /><Relationship Type="http://schemas.openxmlformats.org/officeDocument/2006/relationships/presProps" Target="/ppt/presProps.xml" Id="Re6cbdf3b36854c71" /><Relationship Type="http://schemas.openxmlformats.org/officeDocument/2006/relationships/tableStyles" Target="/ppt/tableStyles.xml" Id="R40af97feb4a24d67" /><Relationship Type="http://schemas.openxmlformats.org/officeDocument/2006/relationships/slide" Target="/ppt/slides/slide1.xml" Id="Rab736f5551314833" /><Relationship Type="http://schemas.openxmlformats.org/officeDocument/2006/relationships/slide" Target="/ppt/slides/slide2.xml" Id="R1962a566d4354256" /><Relationship Type="http://schemas.openxmlformats.org/officeDocument/2006/relationships/slide" Target="/ppt/slides/slide3.xml" Id="Ra7540cdec449438f" /><Relationship Type="http://schemas.openxmlformats.org/officeDocument/2006/relationships/slide" Target="/ppt/slides/slide4.xml" Id="R148f9e948a5f44a1" /><Relationship Type="http://schemas.openxmlformats.org/officeDocument/2006/relationships/slide" Target="/ppt/slides/slide5.xml" Id="R22be589221174d1f" /><Relationship Type="http://schemas.openxmlformats.org/officeDocument/2006/relationships/slide" Target="/ppt/slides/slide6.xml" Id="R693cddc4f1d94ea5" /><Relationship Type="http://schemas.openxmlformats.org/officeDocument/2006/relationships/slide" Target="/ppt/slides/slide7.xml" Id="Rc66740bc5eb4401a" /><Relationship Type="http://schemas.openxmlformats.org/officeDocument/2006/relationships/slide" Target="/ppt/slides/slide8.xml" Id="R7e2f630e67b54ec8" /><Relationship Type="http://schemas.openxmlformats.org/officeDocument/2006/relationships/slide" Target="/ppt/slides/slide9.xml" Id="R69cd7dbbb8cb4ed8" /><Relationship Type="http://schemas.openxmlformats.org/officeDocument/2006/relationships/slide" Target="/ppt/slides/slide10.xml" Id="R38953a5b7c624a2f" /><Relationship Type="http://schemas.openxmlformats.org/officeDocument/2006/relationships/slide" Target="/ppt/slides/slide11.xml" Id="R9aa3af9c808d4e98" /><Relationship Type="http://schemas.openxmlformats.org/officeDocument/2006/relationships/slide" Target="/ppt/slides/slide12.xml" Id="Rd1fb6601f36d4531" /><Relationship Type="http://schemas.openxmlformats.org/officeDocument/2006/relationships/slide" Target="/ppt/slides/slide13.xml" Id="R754e2e3408d94c6e" /><Relationship Type="http://schemas.openxmlformats.org/officeDocument/2006/relationships/slide" Target="/ppt/slides/slide14.xml" Id="R6ad057cf6f8d42c8" /><Relationship Type="http://schemas.openxmlformats.org/officeDocument/2006/relationships/slide" Target="/ppt/slides/slide15.xml" Id="Rc3825f0c010d49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fb573c285445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54df491b92433e" /><Relationship Type="http://schemas.openxmlformats.org/officeDocument/2006/relationships/notesMaster" Target="/ppt/notesMasters/notesMaster1.xml" Id="Ra1bf6be4eff742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96142d8486429a" /><Relationship Type="http://schemas.openxmlformats.org/officeDocument/2006/relationships/notesMaster" Target="/ppt/notesMasters/notesMaster1.xml" Id="R2add562313404b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30659400bb421c" /><Relationship Type="http://schemas.openxmlformats.org/officeDocument/2006/relationships/notesMaster" Target="/ppt/notesMasters/notesMaster1.xml" Id="Rfe222c7bdc1c42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44b97498d84e99" /><Relationship Type="http://schemas.openxmlformats.org/officeDocument/2006/relationships/notesMaster" Target="/ppt/notesMasters/notesMaster1.xml" Id="R571375ab7ca94e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a496aea1724968" /><Relationship Type="http://schemas.openxmlformats.org/officeDocument/2006/relationships/notesMaster" Target="/ppt/notesMasters/notesMaster1.xml" Id="Rc3abe5e7f7cf47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366895b4a1455b" /><Relationship Type="http://schemas.openxmlformats.org/officeDocument/2006/relationships/notesMaster" Target="/ppt/notesMasters/notesMaster1.xml" Id="R20665fb1199c45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7ff58443d34214" /><Relationship Type="http://schemas.openxmlformats.org/officeDocument/2006/relationships/notesMaster" Target="/ppt/notesMasters/notesMaster1.xml" Id="R5254c976073942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96ef67a0f74195" /><Relationship Type="http://schemas.openxmlformats.org/officeDocument/2006/relationships/notesMaster" Target="/ppt/notesMasters/notesMaster1.xml" Id="Ra4b49a1798a04b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70f1ae56fb4141" /><Relationship Type="http://schemas.openxmlformats.org/officeDocument/2006/relationships/notesMaster" Target="/ppt/notesMasters/notesMaster1.xml" Id="R18184d80efeb4d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107c7a7c584075" /><Relationship Type="http://schemas.openxmlformats.org/officeDocument/2006/relationships/notesMaster" Target="/ppt/notesMasters/notesMaster1.xml" Id="Rb94088cb8b734e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18fb44223c4bd9" /><Relationship Type="http://schemas.openxmlformats.org/officeDocument/2006/relationships/notesMaster" Target="/ppt/notesMasters/notesMaster1.xml" Id="Ra9cfc7e1df3b46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a639498cae4585" /><Relationship Type="http://schemas.openxmlformats.org/officeDocument/2006/relationships/notesMaster" Target="/ppt/notesMasters/notesMaster1.xml" Id="R1f238aebde754f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e282ca13f74fc9" /><Relationship Type="http://schemas.openxmlformats.org/officeDocument/2006/relationships/notesMaster" Target="/ppt/notesMasters/notesMaster1.xml" Id="Rf0b02dea40cb45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04d4727e114121" /><Relationship Type="http://schemas.openxmlformats.org/officeDocument/2006/relationships/notesMaster" Target="/ppt/notesMasters/notesMaster1.xml" Id="R2621fd03e84346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22724ff998446f" /><Relationship Type="http://schemas.openxmlformats.org/officeDocument/2006/relationships/notesMaster" Target="/ppt/notesMasters/notesMaster1.xml" Id="Rdfa4fba7e61d4e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proposal as a connected customer website and workshop workspace. The deck shows the current prototype and the business workflow it is designed to support. This is a product prototype. Calendar and message workflows run locally in the browser. A production release needs a backend, authentication and configured service connections. No live WhatsApp messages or payments have been sent. Cover image: Unsplash, https://images.unsplash.com/photo-1503376780353-7e6692767b70. Concept automotive photography, not a DC Motors vehicle or completed project.</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continuous business journey rather than two separate software demonstrations. Customers discover services and request visits. Staff review the request, agree a slot and carry the record through workshop work. Intended benefits are qualitative, not measured financial results.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redesigned homepage presents the DC Motors brand, vehicle care and customisation offering. Point out the clear service and quote actions. Brand animation and responsive motion can be demonstrated live, while this slide contains a still screenshot. Existing website imagery is stock concept photography and does not depict the client workshop.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These are real mobile viewport captures of the homepage, service categories and contact section. Explain the persistent call, WhatsApp and booking actions. The contact actions link to existing services. The deck makes no claim that every visitor uses mobile or that conversion has already increased.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public experience covers MOT and preparation, servicing, mechanical repairs, wrapping, paint protection film and fleet branding. The selected screenshot shows the wrapping service page. Customers can request a consultation or submit a quote-only enquiry. Links to the existing used-car sales site, billing, maps, telephone and WhatsApp remain available.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website calendar shows available times after accounting for workshop hours, visit duration, bay and technician capacity, and provisional requests. The customer selects a time and shares vehicle and contact information. The slot is a request until workshop approval. Quote categories can request a consultation without committing to a project price, or submit an enquiry without a visit.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admin application opens to the diary. Pending requests, confirmed appointments and proposed times use distinct visual states. Staff can open a request to accept it, decline it or suggest another slot. Staff can also create and reschedule bookings. Opening hours and resources are prototype rules, not an integration with an external calendar.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Requests inbox groups MOT, service, repair estimate, wrapping/PPF/branding and callback enquiries. Source and request status help staff understand what needs attention. Selecting a category filters the request list. The website feeds this local inbox; other channels can be recorded manually in the prototype. This is not a claim of live omnichannel ingestion.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This slide shows the WhatsApp bot conversation simulator in the admin request detail and the corresponding customer tracking view. The flow supports YES, NO, ANOTHER TIME, numbered time options, common phrases and staff follow-up for unclear replies. The system rechecks availability before confirmation. Actual WhatsApp delivery needs the company Business Platform connection, approved templates where required and a server-side webhook. The customer reference/phone lookup is only a local demonstration.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dashboard brings daily bookings, work in progress, pending repair approvals, ready vehicles and outstanding invoices into one overview. Discuss the decisions the team can make from this screen, without claiming automatic business results. The demo day and figures in the screenshot are sample data.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workshop job workspace includes work and parts, technician notes, inspection findings, estimates, invoices and history. The selected captures show the work/parts view and an inspection finding. Some progress steps require prerequisite tasks or approvals to be resolved. Inspection illustrations and records are simulated.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Quotations retain scope, total, preferred date, duration and status. Staff can prepare, send in simulation and record customer acceptance or decline, then book accepted work. Separate repair estimate approval workflows also exist in jobs. Project prices shown are examples, not the client’s production price list. No quote or approval is sent to a real customer.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Invoice overview shows totals, paid amounts, balances and statuses for demo jobs. Customer and vehicle records retain visits and details. The public View &amp; pay invoice action still links to the client’s existing billing site. The admin does not currently process real payments or provide production accounting.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qualitative benefits of the proposed workflow, not measured savings or revenue guarantees. Use them to invite the client to explain their present booking and workshop process. Suggested pilot measures: submitted requests, response time, confirmed appointments, reschedules and staff feedback. Do not invent targets without a baseline.</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agreeing the next scope decisions, not by implying the prototype is already live. The demonstrated local workflows can guide the production implementation. Production needs backend persistence, authenticated roles, secure customer tracking, WhatsApp integration and real delivery handling. Confirm whether invoice payment remains with the existing billing provider. Agree approved client photography, content and scheduling rules. A pilot should test real workshop processes before a public release.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988cbb5dca4b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be5cfbbc4f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cb22570db040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057fbfd0cc4e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ec099a11ea41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a90f03cbf04b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F4B03-BF00-40A5-B43D-AA828D9BD59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6B5988-690F-4181-8AC3-9CAD3ED4228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4874CD-5FCE-419D-8507-16E63569F81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921CB-B5C0-4D3D-A4DC-3DDBEEB63B3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1D18CE-CB7A-4D23-8555-3857CA0F4D3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31FB31-5920-4A70-8AC4-FBD2B50A97B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62ACB9-902E-4ECF-8381-941933E698C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674D7D-0065-4571-94FE-F850D89EB31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65125-B5CE-4A78-A36E-5219CA4666A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078070-3320-4398-AB51-A78E648DF11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0fd3ffab8046ec" /><Relationship Type="http://schemas.openxmlformats.org/officeDocument/2006/relationships/slideLayout" Target="/ppt/slideLayouts/slideLayout1.xml" Id="R352587ffeed54391" /><Relationship Type="http://schemas.openxmlformats.org/officeDocument/2006/relationships/slideLayout" Target="/ppt/slideLayouts/slideLayout2.xml" Id="R85691b3727c14573" /><Relationship Type="http://schemas.openxmlformats.org/officeDocument/2006/relationships/slideLayout" Target="/ppt/slideLayouts/slideLayout3.xml" Id="R5fd4fe6e13614cb8" /><Relationship Type="http://schemas.openxmlformats.org/officeDocument/2006/relationships/slideLayout" Target="/ppt/slideLayouts/slideLayout4.xml" Id="Ra48e5fa72e534b85" /><Relationship Type="http://schemas.openxmlformats.org/officeDocument/2006/relationships/slideLayout" Target="/ppt/slideLayouts/slideLayout5.xml" Id="R31b0034c0b26406c" /><Relationship Type="http://schemas.openxmlformats.org/officeDocument/2006/relationships/slideLayout" Target="/ppt/slideLayouts/slideLayout6.xml" Id="Rc615f44046654d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2587ffeed54391"/>
    <p:sldLayoutId xmlns:r="http://schemas.openxmlformats.org/officeDocument/2006/relationships" id="2147483650" r:id="R85691b3727c14573"/>
    <p:sldLayoutId xmlns:r="http://schemas.openxmlformats.org/officeDocument/2006/relationships" id="2147483651" r:id="R5fd4fe6e13614cb8"/>
    <p:sldLayoutId xmlns:r="http://schemas.openxmlformats.org/officeDocument/2006/relationships" id="2147483652" r:id="Ra48e5fa72e534b85"/>
    <p:sldLayoutId xmlns:r="http://schemas.openxmlformats.org/officeDocument/2006/relationships" id="2147483653" r:id="R31b0034c0b26406c"/>
    <p:sldLayoutId xmlns:r="http://schemas.openxmlformats.org/officeDocument/2006/relationships" id="2147483654" r:id="Rc615f44046654d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85587e6d994083" /><Relationship Type="http://schemas.openxmlformats.org/officeDocument/2006/relationships/image" Target="/ppt/media/image.jpeg" Id="R0547e71ab5304c25" /><Relationship Type="http://schemas.openxmlformats.org/officeDocument/2006/relationships/image" Target="/ppt/media/image.png" Id="R975522e185ab4c86" /><Relationship Type="http://schemas.openxmlformats.org/officeDocument/2006/relationships/image" Target="/ppt/media/image2.png" Id="R49870f9365544568" /><Relationship Type="http://schemas.openxmlformats.org/officeDocument/2006/relationships/notesSlide" Target="/ppt/notesSlides/notesSlide1.xml" Id="Rd92c1a16821043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308c8715324a0d" /><Relationship Type="http://schemas.openxmlformats.org/officeDocument/2006/relationships/image" Target="/ppt/media/image3.png" Id="R8de993c288c747f2" /><Relationship Type="http://schemas.openxmlformats.org/officeDocument/2006/relationships/image" Target="/ppt/media/image4.png" Id="R8068814c45b74778" /><Relationship Type="http://schemas.openxmlformats.org/officeDocument/2006/relationships/notesSlide" Target="/ppt/notesSlides/notesSlide2.xml" Id="R28ba485d401d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0332939a0e4d09" /><Relationship Type="http://schemas.openxmlformats.org/officeDocument/2006/relationships/image" Target="/ppt/media/image5.png" Id="R17e40462d99443fd" /><Relationship Type="http://schemas.openxmlformats.org/officeDocument/2006/relationships/image" Target="/ppt/media/image6.png" Id="R8fb7c3b82ec04d69" /><Relationship Type="http://schemas.openxmlformats.org/officeDocument/2006/relationships/image" Target="/ppt/media/image7.png" Id="R8bc289f48e994940" /><Relationship Type="http://schemas.openxmlformats.org/officeDocument/2006/relationships/notesSlide" Target="/ppt/notesSlides/notesSlide3.xml" Id="Rf0735820d1e5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138d3860f540a8" /><Relationship Type="http://schemas.openxmlformats.org/officeDocument/2006/relationships/image" Target="/ppt/media/image8.png" Id="Rbaa0f3e34ab14fe8" /><Relationship Type="http://schemas.openxmlformats.org/officeDocument/2006/relationships/image" Target="/ppt/media/image9.png" Id="R54d06f7706484d01" /><Relationship Type="http://schemas.openxmlformats.org/officeDocument/2006/relationships/image" Target="/ppt/media/image10.png" Id="Rceeb7f59f3214e4f" /><Relationship Type="http://schemas.openxmlformats.org/officeDocument/2006/relationships/image" Target="/ppt/media/image11.png" Id="R5fd9cd6123e44c92" /><Relationship Type="http://schemas.openxmlformats.org/officeDocument/2006/relationships/image" Target="/ppt/media/image12.png" Id="Rcf83da8bdd6b41b9" /><Relationship Type="http://schemas.openxmlformats.org/officeDocument/2006/relationships/notesSlide" Target="/ppt/notesSlides/notesSlide4.xml" Id="Ra92521a503f647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11c415d9a748ee" /><Relationship Type="http://schemas.openxmlformats.org/officeDocument/2006/relationships/image" Target="/ppt/media/image13.png" Id="R2885c2f82c3e428e" /><Relationship Type="http://schemas.openxmlformats.org/officeDocument/2006/relationships/image" Target="/ppt/media/image14.png" Id="R93809ca6b1e347f6" /><Relationship Type="http://schemas.openxmlformats.org/officeDocument/2006/relationships/image" Target="/ppt/media/image15.png" Id="Rf0e60d82a8af4f8c" /><Relationship Type="http://schemas.openxmlformats.org/officeDocument/2006/relationships/notesSlide" Target="/ppt/notesSlides/notesSlide5.xml" Id="R9060d02fcb6a45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c8108a3ba44a35" /><Relationship Type="http://schemas.openxmlformats.org/officeDocument/2006/relationships/image" Target="/ppt/media/image16.png" Id="R26470289c04c44f8" /><Relationship Type="http://schemas.openxmlformats.org/officeDocument/2006/relationships/image" Target="/ppt/media/image17.png" Id="R3bf4948dd20d4d3d" /><Relationship Type="http://schemas.openxmlformats.org/officeDocument/2006/relationships/image" Target="/ppt/media/image18.png" Id="Rdb0ddf674a9348db" /><Relationship Type="http://schemas.openxmlformats.org/officeDocument/2006/relationships/image" Target="/ppt/media/image19.png" Id="R92b69c8b0b72494f" /><Relationship Type="http://schemas.openxmlformats.org/officeDocument/2006/relationships/notesSlide" Target="/ppt/notesSlides/notesSlide6.xml" Id="R91ebbd4b22ed4c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a4cba3f9bb42f1" /><Relationship Type="http://schemas.openxmlformats.org/officeDocument/2006/relationships/image" Target="/ppt/media/image20.png" Id="R71d85f9c8f204859" /><Relationship Type="http://schemas.openxmlformats.org/officeDocument/2006/relationships/image" Target="/ppt/media/image21.png" Id="Re8e96ad7be684256" /><Relationship Type="http://schemas.openxmlformats.org/officeDocument/2006/relationships/image" Target="/ppt/media/image22.png" Id="R1346622a448c4358" /><Relationship Type="http://schemas.openxmlformats.org/officeDocument/2006/relationships/notesSlide" Target="/ppt/notesSlides/notesSlide7.xml" Id="R122eed9d588b48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cfbd27df88d4d80" /><Relationship Type="http://schemas.openxmlformats.org/officeDocument/2006/relationships/image" Target="/ppt/media/image23.png" Id="Rb31bd60945694dfe" /><Relationship Type="http://schemas.openxmlformats.org/officeDocument/2006/relationships/image" Target="/ppt/media/image24.png" Id="Ra17321fbffc14ac6" /><Relationship Type="http://schemas.openxmlformats.org/officeDocument/2006/relationships/image" Target="/ppt/media/image25.png" Id="R8aae6a1f954f40b1" /><Relationship Type="http://schemas.openxmlformats.org/officeDocument/2006/relationships/notesSlide" Target="/ppt/notesSlides/notesSlide8.xml" Id="R448953825c8841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676abe829e40aa" /><Relationship Type="http://schemas.openxmlformats.org/officeDocument/2006/relationships/image" Target="/ppt/media/image26.png" Id="R6095a24dc97f4b66" /><Relationship Type="http://schemas.openxmlformats.org/officeDocument/2006/relationships/image" Target="/ppt/media/image27.png" Id="R2f4b64f94d4b4cd2" /><Relationship Type="http://schemas.openxmlformats.org/officeDocument/2006/relationships/image" Target="/ppt/media/image28.png" Id="R7df542d0913b40ca" /><Relationship Type="http://schemas.openxmlformats.org/officeDocument/2006/relationships/image" Target="/ppt/media/image29.png" Id="R9aab114880fb41e7" /><Relationship Type="http://schemas.openxmlformats.org/officeDocument/2006/relationships/notesSlide" Target="/ppt/notesSlides/notesSlide9.xml" Id="R77773d9760ff45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9c27475e8a423a" /><Relationship Type="http://schemas.openxmlformats.org/officeDocument/2006/relationships/image" Target="/ppt/media/image30.png" Id="R09febb22ad0b44f1" /><Relationship Type="http://schemas.openxmlformats.org/officeDocument/2006/relationships/image" Target="/ppt/media/image31.png" Id="R15d4369c7c664117" /><Relationship Type="http://schemas.openxmlformats.org/officeDocument/2006/relationships/image" Target="/ppt/media/image32.png" Id="R41df8f32376c4cf6" /><Relationship Type="http://schemas.openxmlformats.org/officeDocument/2006/relationships/notesSlide" Target="/ppt/notesSlides/notesSlide10.xml" Id="R004b2725d7ff4b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4d9d87ac09493e" /><Relationship Type="http://schemas.openxmlformats.org/officeDocument/2006/relationships/image" Target="/ppt/media/image33.png" Id="Rde271b15b9d34101" /><Relationship Type="http://schemas.openxmlformats.org/officeDocument/2006/relationships/image" Target="/ppt/media/image34.png" Id="Ra8a5c97eab974ba3" /><Relationship Type="http://schemas.openxmlformats.org/officeDocument/2006/relationships/image" Target="/ppt/media/image35.png" Id="Rc5dd82a9facc4e13" /><Relationship Type="http://schemas.openxmlformats.org/officeDocument/2006/relationships/image" Target="/ppt/media/image36.png" Id="Refa7c7dd236b4469" /><Relationship Type="http://schemas.openxmlformats.org/officeDocument/2006/relationships/notesSlide" Target="/ppt/notesSlides/notesSlide11.xml" Id="R60a044dc04be4c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0e4032a1744ea5" /><Relationship Type="http://schemas.openxmlformats.org/officeDocument/2006/relationships/image" Target="/ppt/media/image37.png" Id="Rf780e0730bc3484b" /><Relationship Type="http://schemas.openxmlformats.org/officeDocument/2006/relationships/image" Target="/ppt/media/image38.png" Id="Rc72d483daee64a0e" /><Relationship Type="http://schemas.openxmlformats.org/officeDocument/2006/relationships/image" Target="/ppt/media/image39.png" Id="Rabcf52f1f8bb4b02" /><Relationship Type="http://schemas.openxmlformats.org/officeDocument/2006/relationships/notesSlide" Target="/ppt/notesSlides/notesSlide12.xml" Id="R797a60dc089c42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7f017ea75d34bd2" /><Relationship Type="http://schemas.openxmlformats.org/officeDocument/2006/relationships/image" Target="/ppt/media/image40.png" Id="R213f4a5522ec465f" /><Relationship Type="http://schemas.openxmlformats.org/officeDocument/2006/relationships/image" Target="/ppt/media/image41.png" Id="R44fb6a9fdae34259" /><Relationship Type="http://schemas.openxmlformats.org/officeDocument/2006/relationships/image" Target="/ppt/media/image42.png" Id="Rbee1be07283c4068" /><Relationship Type="http://schemas.openxmlformats.org/officeDocument/2006/relationships/image" Target="/ppt/media/image43.png" Id="R3be59b5811254792" /><Relationship Type="http://schemas.openxmlformats.org/officeDocument/2006/relationships/notesSlide" Target="/ppt/notesSlides/notesSlide13.xml" Id="R8d0e270ff24d48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02a8c9218d4da4" /><Relationship Type="http://schemas.openxmlformats.org/officeDocument/2006/relationships/image" Target="/ppt/media/image44.png" Id="Rca3b55d0d8dd4aa7" /><Relationship Type="http://schemas.openxmlformats.org/officeDocument/2006/relationships/image" Target="/ppt/media/image45.png" Id="R02d2d3258a6246e0" /><Relationship Type="http://schemas.openxmlformats.org/officeDocument/2006/relationships/notesSlide" Target="/ppt/notesSlides/notesSlide14.xml" Id="R8b1b5d2a2fdd40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dfb96d0733e4273" /><Relationship Type="http://schemas.openxmlformats.org/officeDocument/2006/relationships/image" Target="/ppt/media/image46.png" Id="Rc398afae28ef4410" /><Relationship Type="http://schemas.openxmlformats.org/officeDocument/2006/relationships/image" Target="/ppt/media/image47.png" Id="Rfeabc0d1eecf4786" /><Relationship Type="http://schemas.openxmlformats.org/officeDocument/2006/relationships/notesSlide" Target="/ppt/notesSlides/notesSlide15.xml" Id="Rd1fe0f2f83a04487" /></Relationships>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763CA2-6555-4399-BDAF-EF4DC3E968E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introduction for DC Motors Ltd</a:t>
            </a:r>
          </a:p>
        </p:txBody>
      </p:sp>
      <p:sp>
        <p:nvSpPr>
          <p:cNvPr id="2" name="">
            <a:extLst xmlns:a="http://schemas.openxmlformats.org/drawingml/2006/main">
              <a:ext uri="{FF2B5EF4-FFF2-40B4-BE49-F238E27FC236}">
                <a16:creationId xmlns:a16="http://schemas.microsoft.com/office/drawing/2014/main" id="{707EFE03-9F7B-4AB6-8258-FDCDFB787C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6BFBF48B-1298-48A9-960A-FFCB4B24A2F1}"/>
              </a:ext>
            </a:extLst>
          </p:cNvPr>
          <p:cNvPicPr>
            <a:picLocks xmlns:a="http://schemas.openxmlformats.org/drawingml/2006/main" noChangeAspect="1"/>
          </p:cNvPicPr>
          <p:nvPr/>
        </p:nvPicPr>
        <p:blipFill>
          <a:blip xmlns:r="http://schemas.openxmlformats.org/officeDocument/2006/relationships" xmlns:a="http://schemas.openxmlformats.org/drawingml/2006/main" r:embed="R0547e71ab5304c25"/>
          <a:srcRect xmlns:a="http://schemas.openxmlformats.org/drawingml/2006/main" l="14444" t="0" r="14444" b="0"/>
          <a:stretch xmlns:a="http://schemas.openxmlformats.org/drawingml/2006/main">
            <a:fillRect l="0" t="0" r="0" b="0"/>
          </a:stretch>
        </p:blipFill>
        <p:spPr>
          <a:xfrm xmlns:a="http://schemas.openxmlformats.org/drawingml/2006/main">
            <a:off x="6096000" y="0"/>
            <a:ext cx="9144000" cy="8572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75672E5-F753-4CAF-B55A-87EDC3D1B328}"/>
              </a:ext>
            </a:extLst>
          </p:cNvPr>
          <p:cNvPicPr>
            <a:picLocks xmlns:a="http://schemas.openxmlformats.org/drawingml/2006/main" noChangeAspect="1"/>
          </p:cNvPicPr>
          <p:nvPr/>
        </p:nvPicPr>
        <p:blipFill>
          <a:blip xmlns:r="http://schemas.openxmlformats.org/officeDocument/2006/relationships" xmlns:a="http://schemas.openxmlformats.org/drawingml/2006/main" r:embed="R975522e185ab4c86"/>
          <a:srcRect xmlns:a="http://schemas.openxmlformats.org/drawingml/2006/main" l="0" t="0" r="0" b="0"/>
          <a:stretch xmlns:a="http://schemas.openxmlformats.org/drawingml/2006/main">
            <a:fillRect l="0" t="0" r="0" b="0"/>
          </a:stretch>
        </p:blipFill>
        <p:spPr>
          <a:xfrm xmlns:a="http://schemas.openxmlformats.org/drawingml/2006/main">
            <a:off x="609600" y="747508"/>
            <a:ext cx="2857500" cy="6385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B8EA49-258C-475B-A1F2-A35F4D874D63}"/>
              </a:ext>
            </a:extLst>
          </p:cNvPr>
          <p:cNvSpPr>
            <a:spLocks xmlns:a="http://schemas.openxmlformats.org/drawingml/2006/main" noGrp="1"/>
          </p:cNvSpPr>
          <p:nvPr/>
        </p:nvSpPr>
        <p:spPr>
          <a:xfrm xmlns:a="http://schemas.openxmlformats.org/drawingml/2006/main">
            <a:off x="609600" y="2476500"/>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vl1pPr>
              <a:buNone/>
              <a:defRPr sz="5400" b="1">
                <a:solidFill>
                  <a:srgbClr val="FFFFFF"/>
                </a:solidFill>
                <a:latin typeface="Arial"/>
                <a:ea typeface="Arial"/>
                <a:cs typeface="Arial"/>
              </a:defRPr>
            </a:lvl1pPr>
            <a:lvl2pPr>
              <a:buNone/>
              <a:defRPr sz="5400" b="1">
                <a:solidFill>
                  <a:srgbClr val="FFFFFF"/>
                </a:solidFill>
                <a:latin typeface="Arial"/>
                <a:ea typeface="Arial"/>
                <a:cs typeface="Arial"/>
              </a:defRPr>
            </a:lvl2pPr>
            <a:lvl3pPr>
              <a:buNone/>
              <a:defRPr sz="5400" b="1">
                <a:solidFill>
                  <a:srgbClr val="FFFFFF"/>
                </a:solidFill>
                <a:latin typeface="Arial"/>
                <a:ea typeface="Arial"/>
                <a:cs typeface="Arial"/>
              </a:defRPr>
            </a:lvl3pPr>
            <a:lvl4pPr>
              <a:buNone/>
              <a:defRPr sz="5400" b="1">
                <a:solidFill>
                  <a:srgbClr val="FFFFFF"/>
                </a:solidFill>
                <a:latin typeface="Arial"/>
                <a:ea typeface="Arial"/>
                <a:cs typeface="Arial"/>
              </a:defRPr>
            </a:lvl4pPr>
            <a:lvl5pPr>
              <a:buNone/>
              <a:defRPr sz="5400" b="1">
                <a:solidFill>
                  <a:srgbClr val="FFFFFF"/>
                </a:solidFill>
                <a:latin typeface="Arial"/>
                <a:ea typeface="Arial"/>
                <a:cs typeface="Arial"/>
              </a:defRPr>
            </a:lvl5pPr>
            <a:lvl6pPr>
              <a:buNone/>
              <a:defRPr sz="5400" b="1">
                <a:solidFill>
                  <a:srgbClr val="FFFFFF"/>
                </a:solidFill>
                <a:latin typeface="Arial"/>
                <a:ea typeface="Arial"/>
                <a:cs typeface="Arial"/>
              </a:defRPr>
            </a:lvl6pPr>
            <a:lvl7pPr>
              <a:buNone/>
              <a:defRPr sz="5400" b="1">
                <a:solidFill>
                  <a:srgbClr val="FFFFFF"/>
                </a:solidFill>
                <a:latin typeface="Arial"/>
                <a:ea typeface="Arial"/>
                <a:cs typeface="Arial"/>
              </a:defRPr>
            </a:lvl7pPr>
            <a:lvl8pPr>
              <a:buNone/>
              <a:defRPr sz="5400" b="1">
                <a:solidFill>
                  <a:srgbClr val="FFFFFF"/>
                </a:solidFill>
                <a:latin typeface="Arial"/>
                <a:ea typeface="Arial"/>
                <a:cs typeface="Arial"/>
              </a:defRPr>
            </a:lvl8pPr>
            <a:lvl9pPr>
              <a:buNone/>
              <a:defRPr sz="5400" b="1">
                <a:solidFill>
                  <a:srgbClr val="FFFFFF"/>
                </a:solidFill>
                <a:latin typeface="Arial"/>
                <a:ea typeface="Arial"/>
                <a:cs typeface="Arial"/>
              </a:defRPr>
            </a:lvl9pPr>
          </a:lstStyle>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DC Motors</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Digital</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Experience</a:t>
            </a:r>
          </a:p>
        </p:txBody>
      </p:sp>
      <p:sp>
        <p:nvSpPr>
          <p:cNvPr id="6" name="">
            <a:extLst xmlns:a="http://schemas.openxmlformats.org/drawingml/2006/main">
              <a:ext uri="{FF2B5EF4-FFF2-40B4-BE49-F238E27FC236}">
                <a16:creationId xmlns:a16="http://schemas.microsoft.com/office/drawing/2014/main" id="{6076884C-C3EC-47F2-92DF-09482DEEDC01}"/>
              </a:ext>
            </a:extLst>
          </p:cNvPr>
          <p:cNvSpPr>
            <a:spLocks xmlns:a="http://schemas.openxmlformats.org/drawingml/2006/main" noGrp="1"/>
          </p:cNvSpPr>
          <p:nvPr/>
        </p:nvSpPr>
        <p:spPr>
          <a:xfrm xmlns:a="http://schemas.openxmlformats.org/drawingml/2006/main">
            <a:off x="647700" y="503872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AEC4D1"/>
                </a:solidFill>
                <a:latin typeface="Arial"/>
                <a:ea typeface="Arial"/>
                <a:cs typeface="Arial"/>
              </a:defRPr>
            </a:defPPr>
            <a:lvl1pPr>
              <a:buNone/>
              <a:defRPr sz="2550" b="0">
                <a:solidFill>
                  <a:srgbClr val="AEC4D1"/>
                </a:solidFill>
                <a:latin typeface="Arial"/>
                <a:ea typeface="Arial"/>
                <a:cs typeface="Arial"/>
              </a:defRPr>
            </a:lvl1pPr>
            <a:lvl2pPr>
              <a:buNone/>
              <a:defRPr sz="2550" b="0">
                <a:solidFill>
                  <a:srgbClr val="AEC4D1"/>
                </a:solidFill>
                <a:latin typeface="Arial"/>
                <a:ea typeface="Arial"/>
                <a:cs typeface="Arial"/>
              </a:defRPr>
            </a:lvl2pPr>
            <a:lvl3pPr>
              <a:buNone/>
              <a:defRPr sz="2550" b="0">
                <a:solidFill>
                  <a:srgbClr val="AEC4D1"/>
                </a:solidFill>
                <a:latin typeface="Arial"/>
                <a:ea typeface="Arial"/>
                <a:cs typeface="Arial"/>
              </a:defRPr>
            </a:lvl3pPr>
            <a:lvl4pPr>
              <a:buNone/>
              <a:defRPr sz="2550" b="0">
                <a:solidFill>
                  <a:srgbClr val="AEC4D1"/>
                </a:solidFill>
                <a:latin typeface="Arial"/>
                <a:ea typeface="Arial"/>
                <a:cs typeface="Arial"/>
              </a:defRPr>
            </a:lvl4pPr>
            <a:lvl5pPr>
              <a:buNone/>
              <a:defRPr sz="2550" b="0">
                <a:solidFill>
                  <a:srgbClr val="AEC4D1"/>
                </a:solidFill>
                <a:latin typeface="Arial"/>
                <a:ea typeface="Arial"/>
                <a:cs typeface="Arial"/>
              </a:defRPr>
            </a:lvl5pPr>
            <a:lvl6pPr>
              <a:buNone/>
              <a:defRPr sz="2550" b="0">
                <a:solidFill>
                  <a:srgbClr val="AEC4D1"/>
                </a:solidFill>
                <a:latin typeface="Arial"/>
                <a:ea typeface="Arial"/>
                <a:cs typeface="Arial"/>
              </a:defRPr>
            </a:lvl6pPr>
            <a:lvl7pPr>
              <a:buNone/>
              <a:defRPr sz="2550" b="0">
                <a:solidFill>
                  <a:srgbClr val="AEC4D1"/>
                </a:solidFill>
                <a:latin typeface="Arial"/>
                <a:ea typeface="Arial"/>
                <a:cs typeface="Arial"/>
              </a:defRPr>
            </a:lvl7pPr>
            <a:lvl8pPr>
              <a:buNone/>
              <a:defRPr sz="2550" b="0">
                <a:solidFill>
                  <a:srgbClr val="AEC4D1"/>
                </a:solidFill>
                <a:latin typeface="Arial"/>
                <a:ea typeface="Arial"/>
                <a:cs typeface="Arial"/>
              </a:defRPr>
            </a:lvl8pPr>
            <a:lvl9pPr>
              <a:buNone/>
              <a:defRPr sz="2550" b="0">
                <a:solidFill>
                  <a:srgbClr val="AEC4D1"/>
                </a:solidFill>
                <a:latin typeface="Arial"/>
                <a:ea typeface="Arial"/>
                <a:cs typeface="Arial"/>
              </a:defRPr>
            </a:lvl9pPr>
          </a:lstStyle>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Customer website +</a:t>
            </a:r>
          </a:p>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workshop management</a:t>
            </a:r>
          </a:p>
        </p:txBody>
      </p:sp>
      <p:sp>
        <p:nvSpPr>
          <p:cNvPr id="7" name="">
            <a:extLst xmlns:a="http://schemas.openxmlformats.org/drawingml/2006/main">
              <a:ext uri="{FF2B5EF4-FFF2-40B4-BE49-F238E27FC236}">
                <a16:creationId xmlns:a16="http://schemas.microsoft.com/office/drawing/2014/main" id="{E001CE8D-4A20-4121-98AA-98753274FCDC}"/>
              </a:ext>
            </a:extLst>
          </p:cNvPr>
          <p:cNvSpPr>
            <a:spLocks xmlns:a="http://schemas.openxmlformats.org/drawingml/2006/main" noGrp="1"/>
          </p:cNvSpPr>
          <p:nvPr/>
        </p:nvSpPr>
        <p:spPr>
          <a:xfrm xmlns:a="http://schemas.openxmlformats.org/drawingml/2006/main">
            <a:off x="647700" y="7172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EC4D1"/>
                </a:solidFill>
                <a:latin typeface="Arial"/>
                <a:ea typeface="Arial"/>
                <a:cs typeface="Arial"/>
              </a:defRPr>
            </a:defPPr>
            <a:lvl1pPr>
              <a:buNone/>
              <a:defRPr sz="1650" b="0">
                <a:solidFill>
                  <a:srgbClr val="AEC4D1"/>
                </a:solidFill>
                <a:latin typeface="Arial"/>
                <a:ea typeface="Arial"/>
                <a:cs typeface="Arial"/>
              </a:defRPr>
            </a:lvl1pPr>
            <a:lvl2pPr>
              <a:buNone/>
              <a:defRPr sz="1650" b="0">
                <a:solidFill>
                  <a:srgbClr val="AEC4D1"/>
                </a:solidFill>
                <a:latin typeface="Arial"/>
                <a:ea typeface="Arial"/>
                <a:cs typeface="Arial"/>
              </a:defRPr>
            </a:lvl2pPr>
            <a:lvl3pPr>
              <a:buNone/>
              <a:defRPr sz="1650" b="0">
                <a:solidFill>
                  <a:srgbClr val="AEC4D1"/>
                </a:solidFill>
                <a:latin typeface="Arial"/>
                <a:ea typeface="Arial"/>
                <a:cs typeface="Arial"/>
              </a:defRPr>
            </a:lvl3pPr>
            <a:lvl4pPr>
              <a:buNone/>
              <a:defRPr sz="1650" b="0">
                <a:solidFill>
                  <a:srgbClr val="AEC4D1"/>
                </a:solidFill>
                <a:latin typeface="Arial"/>
                <a:ea typeface="Arial"/>
                <a:cs typeface="Arial"/>
              </a:defRPr>
            </a:lvl4pPr>
            <a:lvl5pPr>
              <a:buNone/>
              <a:defRPr sz="1650" b="0">
                <a:solidFill>
                  <a:srgbClr val="AEC4D1"/>
                </a:solidFill>
                <a:latin typeface="Arial"/>
                <a:ea typeface="Arial"/>
                <a:cs typeface="Arial"/>
              </a:defRPr>
            </a:lvl5pPr>
            <a:lvl6pPr>
              <a:buNone/>
              <a:defRPr sz="1650" b="0">
                <a:solidFill>
                  <a:srgbClr val="AEC4D1"/>
                </a:solidFill>
                <a:latin typeface="Arial"/>
                <a:ea typeface="Arial"/>
                <a:cs typeface="Arial"/>
              </a:defRPr>
            </a:lvl6pPr>
            <a:lvl7pPr>
              <a:buNone/>
              <a:defRPr sz="1650" b="0">
                <a:solidFill>
                  <a:srgbClr val="AEC4D1"/>
                </a:solidFill>
                <a:latin typeface="Arial"/>
                <a:ea typeface="Arial"/>
                <a:cs typeface="Arial"/>
              </a:defRPr>
            </a:lvl7pPr>
            <a:lvl8pPr>
              <a:buNone/>
              <a:defRPr sz="1650" b="0">
                <a:solidFill>
                  <a:srgbClr val="AEC4D1"/>
                </a:solidFill>
                <a:latin typeface="Arial"/>
                <a:ea typeface="Arial"/>
                <a:cs typeface="Arial"/>
              </a:defRPr>
            </a:lvl8pPr>
            <a:lvl9pPr>
              <a:buNone/>
              <a:defRPr sz="1650" b="0">
                <a:solidFill>
                  <a:srgbClr val="AEC4D1"/>
                </a:solidFill>
                <a:latin typeface="Arial"/>
                <a:ea typeface="Arial"/>
                <a:cs typeface="Arial"/>
              </a:defRPr>
            </a:lvl9pPr>
          </a:lstStyle>
          <a:p xmlns:a="http://schemas.openxmlformats.org/drawingml/2006/main">
            <a:pPr>
              <a:buNone/>
              <a:defRPr sz="1650" b="0">
                <a:solidFill>
                  <a:srgbClr val="AEC4D1"/>
                </a:solidFill>
                <a:latin typeface="Arial"/>
                <a:ea typeface="Arial"/>
                <a:cs typeface="Arial"/>
              </a:defRPr>
            </a:pPr>
            <a:r>
              <a:rPr sz="1650" b="0">
                <a:solidFill>
                  <a:srgbClr val="AEC4D1"/>
                </a:solidFill>
                <a:latin typeface="Arial"/>
                <a:ea typeface="Arial"/>
                <a:cs typeface="Arial"/>
              </a:rPr>
              <a:t>26 October 2026</a:t>
            </a:r>
          </a:p>
        </p:txBody>
      </p:sp>
      <p:pic>
        <p:nvPicPr>
          <p:cNvPr id="9" name="">
            <a:extLst xmlns:a="http://schemas.openxmlformats.org/drawingml/2006/main">
              <a:ext uri="{FF2B5EF4-FFF2-40B4-BE49-F238E27FC236}">
                <a16:creationId xmlns:a16="http://schemas.microsoft.com/office/drawing/2014/main" id="{0FE12183-613B-4EAB-9AEE-697223BA6213}"/>
              </a:ext>
            </a:extLst>
          </p:cNvPr>
          <p:cNvPicPr>
            <a:picLocks xmlns:a="http://schemas.openxmlformats.org/drawingml/2006/main" noChangeAspect="1"/>
          </p:cNvPicPr>
          <p:nvPr/>
        </p:nvPicPr>
        <p:blipFill>
          <a:blip xmlns:r="http://schemas.openxmlformats.org/officeDocument/2006/relationships" xmlns:a="http://schemas.openxmlformats.org/drawingml/2006/main" r:embed="R49870f9365544568"/>
          <a:srcRect xmlns:a="http://schemas.openxmlformats.org/drawingml/2006/main" l="14000" t="15000" r="10000" b="18000"/>
          <a:stretch xmlns:a="http://schemas.openxmlformats.org/drawingml/2006/main"/>
        </p:blipFill>
        <p:spPr>
          <a:xfrm xmlns:a="http://schemas.openxmlformats.org/drawingml/2006/main">
            <a:off x="609600" y="6219825"/>
            <a:ext cx="2571750" cy="790575"/>
          </a:xfrm>
          <a:prstGeom xmlns:a="http://schemas.openxmlformats.org/drawingml/2006/main" prst="rect">
            <a:avLst/>
          </a:prstGeom>
        </p:spPr>
      </p:pic>
    </p:spTree>
    <p:extLst>
      <p:ext uri="{BB962C8B-B14F-4D97-AF65-F5344CB8AC3E}">
        <p14:creationId xmlns:p14="http://schemas.microsoft.com/office/powerpoint/2010/main" val="959311759"/>
      </p:ext>
    </p:extLst>
  </p:cSld>
</p:sld>
</file>

<file path=ppt/slides/slide2.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BAFFCE-5FD5-411E-9008-95C800E102DA}"/>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Website and workshop, working together</a:t>
            </a:r>
          </a:p>
        </p:txBody>
      </p:sp>
      <p:sp>
        <p:nvSpPr>
          <p:cNvPr id="2" name="">
            <a:extLst xmlns:a="http://schemas.openxmlformats.org/drawingml/2006/main">
              <a:ext uri="{FF2B5EF4-FFF2-40B4-BE49-F238E27FC236}">
                <a16:creationId xmlns:a16="http://schemas.microsoft.com/office/drawing/2014/main" id="{C98E7E3C-4B76-4C01-BA46-E4959B27975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0CB655-470B-4F71-A408-60D0924A7A56}"/>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0E555AF-940D-40CB-835F-2906FDE0A3D0}"/>
              </a:ext>
            </a:extLst>
          </p:cNvPr>
          <p:cNvSpPr>
            <a:spLocks xmlns:a="http://schemas.openxmlformats.org/drawingml/2006/main" noGrp="1"/>
          </p:cNvSpPr>
          <p:nvPr/>
        </p:nvSpPr>
        <p:spPr>
          <a:xfrm xmlns:a="http://schemas.openxmlformats.org/drawingml/2006/main">
            <a:off x="609600" y="1838325"/>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vl1pPr>
              <a:buNone/>
              <a:defRPr sz="3525" b="1">
                <a:solidFill>
                  <a:srgbClr val="FFFFFF"/>
                </a:solidFill>
                <a:latin typeface="Arial"/>
                <a:ea typeface="Arial"/>
                <a:cs typeface="Arial"/>
              </a:defRPr>
            </a:lvl1pPr>
            <a:lvl2pPr>
              <a:buNone/>
              <a:defRPr sz="3525" b="1">
                <a:solidFill>
                  <a:srgbClr val="FFFFFF"/>
                </a:solidFill>
                <a:latin typeface="Arial"/>
                <a:ea typeface="Arial"/>
                <a:cs typeface="Arial"/>
              </a:defRPr>
            </a:lvl2pPr>
            <a:lvl3pPr>
              <a:buNone/>
              <a:defRPr sz="3525" b="1">
                <a:solidFill>
                  <a:srgbClr val="FFFFFF"/>
                </a:solidFill>
                <a:latin typeface="Arial"/>
                <a:ea typeface="Arial"/>
                <a:cs typeface="Arial"/>
              </a:defRPr>
            </a:lvl3pPr>
            <a:lvl4pPr>
              <a:buNone/>
              <a:defRPr sz="3525" b="1">
                <a:solidFill>
                  <a:srgbClr val="FFFFFF"/>
                </a:solidFill>
                <a:latin typeface="Arial"/>
                <a:ea typeface="Arial"/>
                <a:cs typeface="Arial"/>
              </a:defRPr>
            </a:lvl4pPr>
            <a:lvl5pPr>
              <a:buNone/>
              <a:defRPr sz="3525" b="1">
                <a:solidFill>
                  <a:srgbClr val="FFFFFF"/>
                </a:solidFill>
                <a:latin typeface="Arial"/>
                <a:ea typeface="Arial"/>
                <a:cs typeface="Arial"/>
              </a:defRPr>
            </a:lvl5pPr>
            <a:lvl6pPr>
              <a:buNone/>
              <a:defRPr sz="3525" b="1">
                <a:solidFill>
                  <a:srgbClr val="FFFFFF"/>
                </a:solidFill>
                <a:latin typeface="Arial"/>
                <a:ea typeface="Arial"/>
                <a:cs typeface="Arial"/>
              </a:defRPr>
            </a:lvl6pPr>
            <a:lvl7pPr>
              <a:buNone/>
              <a:defRPr sz="3525" b="1">
                <a:solidFill>
                  <a:srgbClr val="FFFFFF"/>
                </a:solidFill>
                <a:latin typeface="Arial"/>
                <a:ea typeface="Arial"/>
                <a:cs typeface="Arial"/>
              </a:defRPr>
            </a:lvl7pPr>
            <a:lvl8pPr>
              <a:buNone/>
              <a:defRPr sz="3525" b="1">
                <a:solidFill>
                  <a:srgbClr val="FFFFFF"/>
                </a:solidFill>
                <a:latin typeface="Arial"/>
                <a:ea typeface="Arial"/>
                <a:cs typeface="Arial"/>
              </a:defRPr>
            </a:lvl8pPr>
            <a:lvl9pPr>
              <a:buNone/>
              <a:defRPr sz="3525" b="1">
                <a:solidFill>
                  <a:srgbClr val="FFFFFF"/>
                </a:solidFill>
                <a:latin typeface="Arial"/>
                <a:ea typeface="Arial"/>
                <a:cs typeface="Arial"/>
              </a:defRPr>
            </a:lvl9pPr>
          </a:lstStyle>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One customer enquiry can stay connected</a:t>
            </a:r>
          </a:p>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through the whole visit</a:t>
            </a:r>
          </a:p>
        </p:txBody>
      </p:sp>
      <p:sp>
        <p:nvSpPr>
          <p:cNvPr id="5" name="">
            <a:extLst xmlns:a="http://schemas.openxmlformats.org/drawingml/2006/main">
              <a:ext uri="{FF2B5EF4-FFF2-40B4-BE49-F238E27FC236}">
                <a16:creationId xmlns:a16="http://schemas.microsoft.com/office/drawing/2014/main" id="{1AA94ACC-6D45-4934-97C6-F8C4900E5309}"/>
              </a:ext>
            </a:extLst>
          </p:cNvPr>
          <p:cNvSpPr>
            <a:spLocks xmlns:a="http://schemas.openxmlformats.org/drawingml/2006/main" noGrp="1"/>
          </p:cNvSpPr>
          <p:nvPr/>
        </p:nvSpPr>
        <p:spPr>
          <a:xfrm xmlns:a="http://schemas.openxmlformats.org/drawingml/2006/main">
            <a:off x="6096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90D1A58-3AC2-43A6-9509-BFDFB8664A1C}"/>
              </a:ext>
            </a:extLst>
          </p:cNvPr>
          <p:cNvSpPr>
            <a:spLocks xmlns:a="http://schemas.openxmlformats.org/drawingml/2006/main" noGrp="1"/>
          </p:cNvSpPr>
          <p:nvPr/>
        </p:nvSpPr>
        <p:spPr>
          <a:xfrm xmlns:a="http://schemas.openxmlformats.org/drawingml/2006/main">
            <a:off x="6096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BA623CF-116E-4EB4-8138-724493A3A8BD}"/>
              </a:ext>
            </a:extLst>
          </p:cNvPr>
          <p:cNvSpPr>
            <a:spLocks xmlns:a="http://schemas.openxmlformats.org/drawingml/2006/main" noGrp="1"/>
          </p:cNvSpPr>
          <p:nvPr/>
        </p:nvSpPr>
        <p:spPr>
          <a:xfrm xmlns:a="http://schemas.openxmlformats.org/drawingml/2006/main">
            <a:off x="6096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Clear services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direct enquiry path</a:t>
            </a:r>
          </a:p>
        </p:txBody>
      </p:sp>
      <p:sp>
        <p:nvSpPr>
          <p:cNvPr id="8" name="">
            <a:extLst xmlns:a="http://schemas.openxmlformats.org/drawingml/2006/main">
              <a:ext uri="{FF2B5EF4-FFF2-40B4-BE49-F238E27FC236}">
                <a16:creationId xmlns:a16="http://schemas.microsoft.com/office/drawing/2014/main" id="{8A96C09D-78DE-4C57-91A5-B9FBB461EEC2}"/>
              </a:ext>
            </a:extLst>
          </p:cNvPr>
          <p:cNvSpPr>
            <a:spLocks xmlns:a="http://schemas.openxmlformats.org/drawingml/2006/main" noGrp="1"/>
          </p:cNvSpPr>
          <p:nvPr/>
        </p:nvSpPr>
        <p:spPr>
          <a:xfrm xmlns:a="http://schemas.openxmlformats.org/drawingml/2006/main">
            <a:off x="42672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38E5D9D-B71F-4D38-ADA5-2D856D48BBF4}"/>
              </a:ext>
            </a:extLst>
          </p:cNvPr>
          <p:cNvSpPr>
            <a:spLocks xmlns:a="http://schemas.openxmlformats.org/drawingml/2006/main" noGrp="1"/>
          </p:cNvSpPr>
          <p:nvPr/>
        </p:nvSpPr>
        <p:spPr>
          <a:xfrm xmlns:a="http://schemas.openxmlformats.org/drawingml/2006/main">
            <a:off x="42672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Request</a:t>
            </a:r>
          </a:p>
        </p:txBody>
      </p:sp>
      <p:sp>
        <p:nvSpPr>
          <p:cNvPr id="10" name="">
            <a:extLst xmlns:a="http://schemas.openxmlformats.org/drawingml/2006/main">
              <a:ext uri="{FF2B5EF4-FFF2-40B4-BE49-F238E27FC236}">
                <a16:creationId xmlns:a16="http://schemas.microsoft.com/office/drawing/2014/main" id="{6228C541-CEB6-4993-B28F-655DFF486818}"/>
              </a:ext>
            </a:extLst>
          </p:cNvPr>
          <p:cNvSpPr>
            <a:spLocks xmlns:a="http://schemas.openxmlformats.org/drawingml/2006/main" noGrp="1"/>
          </p:cNvSpPr>
          <p:nvPr/>
        </p:nvSpPr>
        <p:spPr>
          <a:xfrm xmlns:a="http://schemas.openxmlformats.org/drawingml/2006/main">
            <a:off x="42672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calendar slot with</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vehicle details attached</a:t>
            </a:r>
          </a:p>
        </p:txBody>
      </p:sp>
      <p:sp>
        <p:nvSpPr>
          <p:cNvPr id="11" name="">
            <a:extLst xmlns:a="http://schemas.openxmlformats.org/drawingml/2006/main">
              <a:ext uri="{FF2B5EF4-FFF2-40B4-BE49-F238E27FC236}">
                <a16:creationId xmlns:a16="http://schemas.microsoft.com/office/drawing/2014/main" id="{11CE4810-9BED-468A-AEFA-56A24F7A22E0}"/>
              </a:ext>
            </a:extLst>
          </p:cNvPr>
          <p:cNvSpPr>
            <a:spLocks xmlns:a="http://schemas.openxmlformats.org/drawingml/2006/main" noGrp="1"/>
          </p:cNvSpPr>
          <p:nvPr/>
        </p:nvSpPr>
        <p:spPr>
          <a:xfrm xmlns:a="http://schemas.openxmlformats.org/drawingml/2006/main">
            <a:off x="79248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377422B-D59C-4FAE-B346-85591A930E29}"/>
              </a:ext>
            </a:extLst>
          </p:cNvPr>
          <p:cNvSpPr>
            <a:spLocks xmlns:a="http://schemas.openxmlformats.org/drawingml/2006/main" noGrp="1"/>
          </p:cNvSpPr>
          <p:nvPr/>
        </p:nvSpPr>
        <p:spPr>
          <a:xfrm xmlns:a="http://schemas.openxmlformats.org/drawingml/2006/main">
            <a:off x="79248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Agree</a:t>
            </a:r>
          </a:p>
        </p:txBody>
      </p:sp>
      <p:sp>
        <p:nvSpPr>
          <p:cNvPr id="13" name="">
            <a:extLst xmlns:a="http://schemas.openxmlformats.org/drawingml/2006/main">
              <a:ext uri="{FF2B5EF4-FFF2-40B4-BE49-F238E27FC236}">
                <a16:creationId xmlns:a16="http://schemas.microsoft.com/office/drawing/2014/main" id="{713DC599-170D-45B7-A92E-42955D70A394}"/>
              </a:ext>
            </a:extLst>
          </p:cNvPr>
          <p:cNvSpPr>
            <a:spLocks xmlns:a="http://schemas.openxmlformats.org/drawingml/2006/main" noGrp="1"/>
          </p:cNvSpPr>
          <p:nvPr/>
        </p:nvSpPr>
        <p:spPr>
          <a:xfrm xmlns:a="http://schemas.openxmlformats.org/drawingml/2006/main">
            <a:off x="79248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Staff approval or</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suggested time</a:t>
            </a:r>
          </a:p>
        </p:txBody>
      </p:sp>
      <p:sp>
        <p:nvSpPr>
          <p:cNvPr id="14" name="">
            <a:extLst xmlns:a="http://schemas.openxmlformats.org/drawingml/2006/main">
              <a:ext uri="{FF2B5EF4-FFF2-40B4-BE49-F238E27FC236}">
                <a16:creationId xmlns:a16="http://schemas.microsoft.com/office/drawing/2014/main" id="{F476CA38-5726-4F01-8214-0B5ACC14255D}"/>
              </a:ext>
            </a:extLst>
          </p:cNvPr>
          <p:cNvSpPr>
            <a:spLocks xmlns:a="http://schemas.openxmlformats.org/drawingml/2006/main" noGrp="1"/>
          </p:cNvSpPr>
          <p:nvPr/>
        </p:nvSpPr>
        <p:spPr>
          <a:xfrm xmlns:a="http://schemas.openxmlformats.org/drawingml/2006/main">
            <a:off x="115824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8C8C3E4D-9F4D-428F-A503-5AD3EC94575C}"/>
              </a:ext>
            </a:extLst>
          </p:cNvPr>
          <p:cNvSpPr>
            <a:spLocks xmlns:a="http://schemas.openxmlformats.org/drawingml/2006/main" noGrp="1"/>
          </p:cNvSpPr>
          <p:nvPr/>
        </p:nvSpPr>
        <p:spPr>
          <a:xfrm xmlns:a="http://schemas.openxmlformats.org/drawingml/2006/main">
            <a:off x="115824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Manage</a:t>
            </a:r>
          </a:p>
        </p:txBody>
      </p:sp>
      <p:sp>
        <p:nvSpPr>
          <p:cNvPr id="16" name="">
            <a:extLst xmlns:a="http://schemas.openxmlformats.org/drawingml/2006/main">
              <a:ext uri="{FF2B5EF4-FFF2-40B4-BE49-F238E27FC236}">
                <a16:creationId xmlns:a16="http://schemas.microsoft.com/office/drawing/2014/main" id="{0CE86110-DA8A-451C-9F37-811096515279}"/>
              </a:ext>
            </a:extLst>
          </p:cNvPr>
          <p:cNvSpPr>
            <a:spLocks xmlns:a="http://schemas.openxmlformats.org/drawingml/2006/main" noGrp="1"/>
          </p:cNvSpPr>
          <p:nvPr/>
        </p:nvSpPr>
        <p:spPr>
          <a:xfrm xmlns:a="http://schemas.openxmlformats.org/drawingml/2006/main">
            <a:off x="115824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Workshop work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customer history</a:t>
            </a:r>
          </a:p>
        </p:txBody>
      </p:sp>
      <p:pic>
        <p:nvPicPr>
          <p:cNvPr id="18" name="">
            <a:extLst xmlns:a="http://schemas.openxmlformats.org/drawingml/2006/main">
              <a:ext uri="{FF2B5EF4-FFF2-40B4-BE49-F238E27FC236}">
                <a16:creationId xmlns:a16="http://schemas.microsoft.com/office/drawing/2014/main" id="{71C541AC-357D-430B-8166-63DF847F4C4A}"/>
              </a:ext>
            </a:extLst>
          </p:cNvPr>
          <p:cNvPicPr>
            <a:picLocks xmlns:a="http://schemas.openxmlformats.org/drawingml/2006/main" noChangeAspect="1"/>
          </p:cNvPicPr>
          <p:nvPr/>
        </p:nvPicPr>
        <p:blipFill>
          <a:blip xmlns:r="http://schemas.openxmlformats.org/officeDocument/2006/relationships" xmlns:a="http://schemas.openxmlformats.org/drawingml/2006/main" r:embed="R8de993c288c747f2"/>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2CB9D42B-EE2D-4795-BD46-000D49B45E80}"/>
              </a:ext>
            </a:extLst>
          </p:cNvPr>
          <p:cNvPicPr>
            <a:picLocks xmlns:a="http://schemas.openxmlformats.org/drawingml/2006/main" noChangeAspect="1"/>
          </p:cNvPicPr>
          <p:nvPr/>
        </p:nvPicPr>
        <p:blipFill>
          <a:blip xmlns:r="http://schemas.openxmlformats.org/officeDocument/2006/relationships" xmlns:a="http://schemas.openxmlformats.org/drawingml/2006/main" r:embed="R8068814c45b74778"/>
          <a:srcRect xmlns:a="http://schemas.openxmlformats.org/drawingml/2006/main" l="14000" t="15000" r="10000" b="18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875388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A13E2C-B2AE-478C-99A4-0C1EB01FFFD6}"/>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stronger first impression</a:t>
            </a:r>
          </a:p>
        </p:txBody>
      </p:sp>
      <p:sp>
        <p:nvSpPr>
          <p:cNvPr id="2" name="">
            <a:extLst xmlns:a="http://schemas.openxmlformats.org/drawingml/2006/main">
              <a:ext uri="{FF2B5EF4-FFF2-40B4-BE49-F238E27FC236}">
                <a16:creationId xmlns:a16="http://schemas.microsoft.com/office/drawing/2014/main" id="{D2A4358A-3820-4564-AED6-D571ECAF4478}"/>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936697-C377-4613-A697-708E85AADCC0}"/>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0B029CB-938F-4041-AEDD-8612B16B6A83}"/>
              </a:ext>
            </a:extLst>
          </p:cNvPr>
          <p:cNvSpPr>
            <a:spLocks xmlns:a="http://schemas.openxmlformats.org/drawingml/2006/main" noGrp="1"/>
          </p:cNvSpPr>
          <p:nvPr/>
        </p:nvSpPr>
        <p:spPr>
          <a:xfrm xmlns:a="http://schemas.openxmlformats.org/drawingml/2006/main">
            <a:off x="609600" y="2266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Clear service routes</a:t>
            </a:r>
          </a:p>
        </p:txBody>
      </p:sp>
      <p:sp>
        <p:nvSpPr>
          <p:cNvPr id="5" name="">
            <a:extLst xmlns:a="http://schemas.openxmlformats.org/drawingml/2006/main">
              <a:ext uri="{FF2B5EF4-FFF2-40B4-BE49-F238E27FC236}">
                <a16:creationId xmlns:a16="http://schemas.microsoft.com/office/drawing/2014/main" id="{8941D300-D33C-4040-A9FB-C3D8FC47187A}"/>
              </a:ext>
            </a:extLst>
          </p:cNvPr>
          <p:cNvSpPr>
            <a:spLocks xmlns:a="http://schemas.openxmlformats.org/drawingml/2006/main" noGrp="1"/>
          </p:cNvSpPr>
          <p:nvPr/>
        </p:nvSpPr>
        <p:spPr>
          <a:xfrm xmlns:a="http://schemas.openxmlformats.org/drawingml/2006/main">
            <a:off x="609600" y="27336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Customers can find the work they need and choose a relevant next step.</a:t>
            </a:r>
          </a:p>
        </p:txBody>
      </p:sp>
      <p:sp>
        <p:nvSpPr>
          <p:cNvPr id="6" name="">
            <a:extLst xmlns:a="http://schemas.openxmlformats.org/drawingml/2006/main">
              <a:ext uri="{FF2B5EF4-FFF2-40B4-BE49-F238E27FC236}">
                <a16:creationId xmlns:a16="http://schemas.microsoft.com/office/drawing/2014/main" id="{91D53C05-293B-437D-ACDA-A220865B363D}"/>
              </a:ext>
            </a:extLst>
          </p:cNvPr>
          <p:cNvSpPr>
            <a:spLocks xmlns:a="http://schemas.openxmlformats.org/drawingml/2006/main" noGrp="1"/>
          </p:cNvSpPr>
          <p:nvPr/>
        </p:nvSpPr>
        <p:spPr>
          <a:xfrm xmlns:a="http://schemas.openxmlformats.org/drawingml/2006/main">
            <a:off x="609600" y="4524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Direct actions</a:t>
            </a:r>
          </a:p>
        </p:txBody>
      </p:sp>
      <p:sp>
        <p:nvSpPr>
          <p:cNvPr id="7" name="">
            <a:extLst xmlns:a="http://schemas.openxmlformats.org/drawingml/2006/main">
              <a:ext uri="{FF2B5EF4-FFF2-40B4-BE49-F238E27FC236}">
                <a16:creationId xmlns:a16="http://schemas.microsoft.com/office/drawing/2014/main" id="{6024AA4E-3CFB-4823-8B9D-16D17E8EC262}"/>
              </a:ext>
            </a:extLst>
          </p:cNvPr>
          <p:cNvSpPr>
            <a:spLocks xmlns:a="http://schemas.openxmlformats.org/drawingml/2006/main" noGrp="1"/>
          </p:cNvSpPr>
          <p:nvPr/>
        </p:nvSpPr>
        <p:spPr>
          <a:xfrm xmlns:a="http://schemas.openxmlformats.org/drawingml/2006/main">
            <a:off x="609600" y="49911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Booking, quote enquiries and contact options stay visible.</a:t>
            </a:r>
          </a:p>
        </p:txBody>
      </p:sp>
      <p:pic>
        <p:nvPicPr>
          <p:cNvPr id="8" name="">
            <a:extLst xmlns:a="http://schemas.openxmlformats.org/drawingml/2006/main">
              <a:ext uri="{FF2B5EF4-FFF2-40B4-BE49-F238E27FC236}">
                <a16:creationId xmlns:a16="http://schemas.microsoft.com/office/drawing/2014/main" id="{102F4FCF-807D-4BD3-8B62-AD71F6EC6A3F}"/>
              </a:ext>
            </a:extLst>
          </p:cNvPr>
          <p:cNvPicPr>
            <a:picLocks xmlns:a="http://schemas.openxmlformats.org/drawingml/2006/main" noChangeAspect="1"/>
          </p:cNvPicPr>
          <p:nvPr/>
        </p:nvPicPr>
        <p:blipFill>
          <a:blip xmlns:r="http://schemas.openxmlformats.org/officeDocument/2006/relationships" xmlns:a="http://schemas.openxmlformats.org/drawingml/2006/main" r:embed="R17e40462d99443fd"/>
          <a:stretch xmlns:a="http://schemas.openxmlformats.org/drawingml/2006/main"/>
        </p:blipFill>
        <p:spPr>
          <a:xfrm xmlns:a="http://schemas.openxmlformats.org/drawingml/2006/main">
            <a:off x="4300747" y="1628775"/>
            <a:ext cx="10324681" cy="6524625"/>
          </a:xfrm>
          <a:prstGeom xmlns:a="http://schemas.openxmlformats.org/drawingml/2006/main" prst="roundRect">
            <a:avLst>
              <a:gd name="adj" fmla="val 1314"/>
            </a:avLst>
          </a:prstGeom>
        </p:spPr>
      </p:pic>
      <p:pic>
        <p:nvPicPr>
          <p:cNvPr id="10" name="">
            <a:extLst xmlns:a="http://schemas.openxmlformats.org/drawingml/2006/main">
              <a:ext uri="{FF2B5EF4-FFF2-40B4-BE49-F238E27FC236}">
                <a16:creationId xmlns:a16="http://schemas.microsoft.com/office/drawing/2014/main" id="{973579C9-F211-445D-9CCA-E07D88CF029E}"/>
              </a:ext>
            </a:extLst>
          </p:cNvPr>
          <p:cNvPicPr>
            <a:picLocks xmlns:a="http://schemas.openxmlformats.org/drawingml/2006/main" noChangeAspect="1"/>
          </p:cNvPicPr>
          <p:nvPr/>
        </p:nvPicPr>
        <p:blipFill>
          <a:blip xmlns:r="http://schemas.openxmlformats.org/officeDocument/2006/relationships" xmlns:a="http://schemas.openxmlformats.org/drawingml/2006/main" r:embed="R8fb7c3b82ec04d69"/>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6D5D8C8-6EA0-4CE3-B793-49261C55E04A}"/>
              </a:ext>
            </a:extLst>
          </p:cNvPr>
          <p:cNvPicPr>
            <a:picLocks xmlns:a="http://schemas.openxmlformats.org/drawingml/2006/main" noChangeAspect="1"/>
          </p:cNvPicPr>
          <p:nvPr/>
        </p:nvPicPr>
        <p:blipFill>
          <a:blip xmlns:r="http://schemas.openxmlformats.org/officeDocument/2006/relationships" xmlns:a="http://schemas.openxmlformats.org/drawingml/2006/main" r:embed="R8bc289f48e994940"/>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317380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3F265-9981-4B52-A9CD-DA32F0E0F047}"/>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Designed for customers on their phone</a:t>
            </a:r>
          </a:p>
        </p:txBody>
      </p:sp>
      <p:sp>
        <p:nvSpPr>
          <p:cNvPr id="2" name="">
            <a:extLst xmlns:a="http://schemas.openxmlformats.org/drawingml/2006/main">
              <a:ext uri="{FF2B5EF4-FFF2-40B4-BE49-F238E27FC236}">
                <a16:creationId xmlns:a16="http://schemas.microsoft.com/office/drawing/2014/main" id="{FCA184DA-6453-47EE-A92D-C57DE5F0002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6A464FF-CADA-401E-899C-E9A3FD907DC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704E82F-8910-47D9-986E-8BE7717B2374}"/>
              </a:ext>
            </a:extLst>
          </p:cNvPr>
          <p:cNvSpPr>
            <a:spLocks xmlns:a="http://schemas.openxmlformats.org/drawingml/2006/main" noGrp="1"/>
          </p:cNvSpPr>
          <p:nvPr/>
        </p:nvSpPr>
        <p:spPr>
          <a:xfrm xmlns:a="http://schemas.openxmlformats.org/drawingml/2006/main">
            <a:off x="609600" y="2314575"/>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542"/>
                </a:solidFill>
                <a:latin typeface="Arial"/>
                <a:ea typeface="Arial"/>
                <a:cs typeface="Arial"/>
              </a:defRPr>
            </a:defPPr>
            <a:lvl1pPr>
              <a:buNone/>
              <a:defRPr sz="3225" b="1">
                <a:solidFill>
                  <a:srgbClr val="183542"/>
                </a:solidFill>
                <a:latin typeface="Arial"/>
                <a:ea typeface="Arial"/>
                <a:cs typeface="Arial"/>
              </a:defRPr>
            </a:lvl1pPr>
            <a:lvl2pPr>
              <a:buNone/>
              <a:defRPr sz="3225" b="1">
                <a:solidFill>
                  <a:srgbClr val="183542"/>
                </a:solidFill>
                <a:latin typeface="Arial"/>
                <a:ea typeface="Arial"/>
                <a:cs typeface="Arial"/>
              </a:defRPr>
            </a:lvl2pPr>
            <a:lvl3pPr>
              <a:buNone/>
              <a:defRPr sz="3225" b="1">
                <a:solidFill>
                  <a:srgbClr val="183542"/>
                </a:solidFill>
                <a:latin typeface="Arial"/>
                <a:ea typeface="Arial"/>
                <a:cs typeface="Arial"/>
              </a:defRPr>
            </a:lvl3pPr>
            <a:lvl4pPr>
              <a:buNone/>
              <a:defRPr sz="3225" b="1">
                <a:solidFill>
                  <a:srgbClr val="183542"/>
                </a:solidFill>
                <a:latin typeface="Arial"/>
                <a:ea typeface="Arial"/>
                <a:cs typeface="Arial"/>
              </a:defRPr>
            </a:lvl4pPr>
            <a:lvl5pPr>
              <a:buNone/>
              <a:defRPr sz="3225" b="1">
                <a:solidFill>
                  <a:srgbClr val="183542"/>
                </a:solidFill>
                <a:latin typeface="Arial"/>
                <a:ea typeface="Arial"/>
                <a:cs typeface="Arial"/>
              </a:defRPr>
            </a:lvl5pPr>
            <a:lvl6pPr>
              <a:buNone/>
              <a:defRPr sz="3225" b="1">
                <a:solidFill>
                  <a:srgbClr val="183542"/>
                </a:solidFill>
                <a:latin typeface="Arial"/>
                <a:ea typeface="Arial"/>
                <a:cs typeface="Arial"/>
              </a:defRPr>
            </a:lvl6pPr>
            <a:lvl7pPr>
              <a:buNone/>
              <a:defRPr sz="3225" b="1">
                <a:solidFill>
                  <a:srgbClr val="183542"/>
                </a:solidFill>
                <a:latin typeface="Arial"/>
                <a:ea typeface="Arial"/>
                <a:cs typeface="Arial"/>
              </a:defRPr>
            </a:lvl7pPr>
            <a:lvl8pPr>
              <a:buNone/>
              <a:defRPr sz="3225" b="1">
                <a:solidFill>
                  <a:srgbClr val="183542"/>
                </a:solidFill>
                <a:latin typeface="Arial"/>
                <a:ea typeface="Arial"/>
                <a:cs typeface="Arial"/>
              </a:defRPr>
            </a:lvl8pPr>
            <a:lvl9pPr>
              <a:buNone/>
              <a:defRPr sz="3225" b="1">
                <a:solidFill>
                  <a:srgbClr val="183542"/>
                </a:solidFill>
                <a:latin typeface="Arial"/>
                <a:ea typeface="Arial"/>
                <a:cs typeface="Arial"/>
              </a:defRPr>
            </a:lvl9pPr>
          </a:lstStyle>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The key actions remain</a:t>
            </a:r>
          </a:p>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within easy reach</a:t>
            </a:r>
          </a:p>
        </p:txBody>
      </p:sp>
      <p:sp>
        <p:nvSpPr>
          <p:cNvPr id="5" name="">
            <a:extLst xmlns:a="http://schemas.openxmlformats.org/drawingml/2006/main">
              <a:ext uri="{FF2B5EF4-FFF2-40B4-BE49-F238E27FC236}">
                <a16:creationId xmlns:a16="http://schemas.microsoft.com/office/drawing/2014/main" id="{F83BABC8-A4D4-46D1-9E4E-5F48E1AB78EF}"/>
              </a:ext>
            </a:extLst>
          </p:cNvPr>
          <p:cNvSpPr>
            <a:spLocks xmlns:a="http://schemas.openxmlformats.org/drawingml/2006/main" noGrp="1"/>
          </p:cNvSpPr>
          <p:nvPr/>
        </p:nvSpPr>
        <p:spPr>
          <a:xfrm xmlns:a="http://schemas.openxmlformats.org/drawingml/2006/main">
            <a:off x="609600" y="39243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Explore the services.</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Request a visit.</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Contact the workshop.</a:t>
            </a:r>
          </a:p>
        </p:txBody>
      </p:sp>
      <p:pic>
        <p:nvPicPr>
          <p:cNvPr id="6" name="">
            <a:extLst xmlns:a="http://schemas.openxmlformats.org/drawingml/2006/main">
              <a:ext uri="{FF2B5EF4-FFF2-40B4-BE49-F238E27FC236}">
                <a16:creationId xmlns:a16="http://schemas.microsoft.com/office/drawing/2014/main" id="{1C014397-6ACF-4663-8DF1-058E2E1F7EDD}"/>
              </a:ext>
            </a:extLst>
          </p:cNvPr>
          <p:cNvPicPr>
            <a:picLocks xmlns:a="http://schemas.openxmlformats.org/drawingml/2006/main" noChangeAspect="1"/>
          </p:cNvPicPr>
          <p:nvPr/>
        </p:nvPicPr>
        <p:blipFill>
          <a:blip xmlns:r="http://schemas.openxmlformats.org/officeDocument/2006/relationships" xmlns:a="http://schemas.openxmlformats.org/drawingml/2006/main" r:embed="Rbaa0f3e34ab14fe8"/>
          <a:stretch xmlns:a="http://schemas.openxmlformats.org/drawingml/2006/main"/>
        </p:blipFill>
        <p:spPr>
          <a:xfrm xmlns:a="http://schemas.openxmlformats.org/drawingml/2006/main">
            <a:off x="5581932" y="1809750"/>
            <a:ext cx="2618811" cy="5667375"/>
          </a:xfrm>
          <a:prstGeom xmlns:a="http://schemas.openxmlformats.org/drawingml/2006/main" prst="roundRect">
            <a:avLst>
              <a:gd name="adj" fmla="val 4364"/>
            </a:avLst>
          </a:prstGeom>
        </p:spPr>
      </p:pic>
      <p:sp>
        <p:nvSpPr>
          <p:cNvPr id="7" name="">
            <a:extLst xmlns:a="http://schemas.openxmlformats.org/drawingml/2006/main">
              <a:ext uri="{FF2B5EF4-FFF2-40B4-BE49-F238E27FC236}">
                <a16:creationId xmlns:a16="http://schemas.microsoft.com/office/drawing/2014/main" id="{3D75187A-4673-493E-9A08-B7FBC47B1074}"/>
              </a:ext>
            </a:extLst>
          </p:cNvPr>
          <p:cNvSpPr>
            <a:spLocks xmlns:a="http://schemas.openxmlformats.org/drawingml/2006/main" noGrp="1"/>
          </p:cNvSpPr>
          <p:nvPr/>
        </p:nvSpPr>
        <p:spPr>
          <a:xfrm xmlns:a="http://schemas.openxmlformats.org/drawingml/2006/main">
            <a:off x="558165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Homepage</a:t>
            </a:r>
          </a:p>
        </p:txBody>
      </p:sp>
      <p:pic>
        <p:nvPicPr>
          <p:cNvPr id="8" name="">
            <a:extLst xmlns:a="http://schemas.openxmlformats.org/drawingml/2006/main">
              <a:ext uri="{FF2B5EF4-FFF2-40B4-BE49-F238E27FC236}">
                <a16:creationId xmlns:a16="http://schemas.microsoft.com/office/drawing/2014/main" id="{FB094919-083E-4B21-954A-32093AD57CED}"/>
              </a:ext>
            </a:extLst>
          </p:cNvPr>
          <p:cNvPicPr>
            <a:picLocks xmlns:a="http://schemas.openxmlformats.org/drawingml/2006/main" noChangeAspect="1"/>
          </p:cNvPicPr>
          <p:nvPr/>
        </p:nvPicPr>
        <p:blipFill>
          <a:blip xmlns:r="http://schemas.openxmlformats.org/officeDocument/2006/relationships" xmlns:a="http://schemas.openxmlformats.org/drawingml/2006/main" r:embed="R54d06f7706484d01"/>
          <a:stretch xmlns:a="http://schemas.openxmlformats.org/drawingml/2006/main"/>
        </p:blipFill>
        <p:spPr>
          <a:xfrm xmlns:a="http://schemas.openxmlformats.org/drawingml/2006/main">
            <a:off x="8639457" y="1809750"/>
            <a:ext cx="2618811" cy="5667375"/>
          </a:xfrm>
          <a:prstGeom xmlns:a="http://schemas.openxmlformats.org/drawingml/2006/main" prst="roundRect">
            <a:avLst>
              <a:gd name="adj" fmla="val 4364"/>
            </a:avLst>
          </a:prstGeom>
        </p:spPr>
      </p:pic>
      <p:sp>
        <p:nvSpPr>
          <p:cNvPr id="9" name="">
            <a:extLst xmlns:a="http://schemas.openxmlformats.org/drawingml/2006/main">
              <a:ext uri="{FF2B5EF4-FFF2-40B4-BE49-F238E27FC236}">
                <a16:creationId xmlns:a16="http://schemas.microsoft.com/office/drawing/2014/main" id="{7C2DB824-CD59-47BB-9DF5-6A0180173A47}"/>
              </a:ext>
            </a:extLst>
          </p:cNvPr>
          <p:cNvSpPr>
            <a:spLocks xmlns:a="http://schemas.openxmlformats.org/drawingml/2006/main" noGrp="1"/>
          </p:cNvSpPr>
          <p:nvPr/>
        </p:nvSpPr>
        <p:spPr>
          <a:xfrm xmlns:a="http://schemas.openxmlformats.org/drawingml/2006/main">
            <a:off x="8639175"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Services</a:t>
            </a:r>
          </a:p>
        </p:txBody>
      </p:sp>
      <p:pic>
        <p:nvPicPr>
          <p:cNvPr id="10" name="">
            <a:extLst xmlns:a="http://schemas.openxmlformats.org/drawingml/2006/main">
              <a:ext uri="{FF2B5EF4-FFF2-40B4-BE49-F238E27FC236}">
                <a16:creationId xmlns:a16="http://schemas.microsoft.com/office/drawing/2014/main" id="{A2B74128-1679-40D8-B88F-1DD6ACE0E5DC}"/>
              </a:ext>
            </a:extLst>
          </p:cNvPr>
          <p:cNvPicPr>
            <a:picLocks xmlns:a="http://schemas.openxmlformats.org/drawingml/2006/main" noChangeAspect="1"/>
          </p:cNvPicPr>
          <p:nvPr/>
        </p:nvPicPr>
        <p:blipFill>
          <a:blip xmlns:r="http://schemas.openxmlformats.org/officeDocument/2006/relationships" xmlns:a="http://schemas.openxmlformats.org/drawingml/2006/main" r:embed="Rceeb7f59f3214e4f"/>
          <a:stretch xmlns:a="http://schemas.openxmlformats.org/drawingml/2006/main"/>
        </p:blipFill>
        <p:spPr>
          <a:xfrm xmlns:a="http://schemas.openxmlformats.org/drawingml/2006/main">
            <a:off x="11696982" y="1809750"/>
            <a:ext cx="2618811" cy="5667375"/>
          </a:xfrm>
          <a:prstGeom xmlns:a="http://schemas.openxmlformats.org/drawingml/2006/main" prst="roundRect">
            <a:avLst>
              <a:gd name="adj" fmla="val 4364"/>
            </a:avLst>
          </a:prstGeom>
        </p:spPr>
      </p:pic>
      <p:sp>
        <p:nvSpPr>
          <p:cNvPr id="11" name="">
            <a:extLst xmlns:a="http://schemas.openxmlformats.org/drawingml/2006/main">
              <a:ext uri="{FF2B5EF4-FFF2-40B4-BE49-F238E27FC236}">
                <a16:creationId xmlns:a16="http://schemas.microsoft.com/office/drawing/2014/main" id="{355F0887-5390-4ED4-913E-D56FE9C673D4}"/>
              </a:ext>
            </a:extLst>
          </p:cNvPr>
          <p:cNvSpPr>
            <a:spLocks xmlns:a="http://schemas.openxmlformats.org/drawingml/2006/main" noGrp="1"/>
          </p:cNvSpPr>
          <p:nvPr/>
        </p:nvSpPr>
        <p:spPr>
          <a:xfrm xmlns:a="http://schemas.openxmlformats.org/drawingml/2006/main">
            <a:off x="1169670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Contact</a:t>
            </a:r>
          </a:p>
        </p:txBody>
      </p:sp>
      <p:pic>
        <p:nvPicPr>
          <p:cNvPr id="13" name="">
            <a:extLst xmlns:a="http://schemas.openxmlformats.org/drawingml/2006/main">
              <a:ext uri="{FF2B5EF4-FFF2-40B4-BE49-F238E27FC236}">
                <a16:creationId xmlns:a16="http://schemas.microsoft.com/office/drawing/2014/main" id="{7FD1FB21-2A69-4345-9B5E-A61D0735BBFE}"/>
              </a:ext>
            </a:extLst>
          </p:cNvPr>
          <p:cNvPicPr>
            <a:picLocks xmlns:a="http://schemas.openxmlformats.org/drawingml/2006/main" noChangeAspect="1"/>
          </p:cNvPicPr>
          <p:nvPr/>
        </p:nvPicPr>
        <p:blipFill>
          <a:blip xmlns:r="http://schemas.openxmlformats.org/officeDocument/2006/relationships" xmlns:a="http://schemas.openxmlformats.org/drawingml/2006/main" r:embed="R5fd9cd6123e44c92"/>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F6CE22D6-FC98-471D-8FE0-A8FC6EAA0376}"/>
              </a:ext>
            </a:extLst>
          </p:cNvPr>
          <p:cNvPicPr>
            <a:picLocks xmlns:a="http://schemas.openxmlformats.org/drawingml/2006/main" noChangeAspect="1"/>
          </p:cNvPicPr>
          <p:nvPr/>
        </p:nvPicPr>
        <p:blipFill>
          <a:blip xmlns:r="http://schemas.openxmlformats.org/officeDocument/2006/relationships" xmlns:a="http://schemas.openxmlformats.org/drawingml/2006/main" r:embed="Rcf83da8bdd6b41b9"/>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8504472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956BFE-27C8-4304-A2BE-83FA53D6EA84}"/>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Services that are easy to explore</a:t>
            </a:r>
          </a:p>
        </p:txBody>
      </p:sp>
      <p:sp>
        <p:nvSpPr>
          <p:cNvPr id="2" name="">
            <a:extLst xmlns:a="http://schemas.openxmlformats.org/drawingml/2006/main">
              <a:ext uri="{FF2B5EF4-FFF2-40B4-BE49-F238E27FC236}">
                <a16:creationId xmlns:a16="http://schemas.microsoft.com/office/drawing/2014/main" id="{791A3513-B29D-47C3-BCBF-F79B35580F34}"/>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BC744EA-2E69-480E-B734-F5C2FDBC46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47DF432-AAD1-4E9C-A966-7592426CF008}"/>
              </a:ext>
            </a:extLst>
          </p:cNvPr>
          <p:cNvSpPr>
            <a:spLocks xmlns:a="http://schemas.openxmlformats.org/drawingml/2006/main" noGrp="1"/>
          </p:cNvSpPr>
          <p:nvPr/>
        </p:nvSpPr>
        <p:spPr>
          <a:xfrm xmlns:a="http://schemas.openxmlformats.org/drawingml/2006/main">
            <a:off x="60960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Every service has a place</a:t>
            </a:r>
          </a:p>
        </p:txBody>
      </p:sp>
      <p:sp>
        <p:nvSpPr>
          <p:cNvPr id="5" name="">
            <a:extLst xmlns:a="http://schemas.openxmlformats.org/drawingml/2006/main">
              <a:ext uri="{FF2B5EF4-FFF2-40B4-BE49-F238E27FC236}">
                <a16:creationId xmlns:a16="http://schemas.microsoft.com/office/drawing/2014/main" id="{08E066FF-436B-4A12-9994-8A250446A614}"/>
              </a:ext>
            </a:extLst>
          </p:cNvPr>
          <p:cNvSpPr>
            <a:spLocks xmlns:a="http://schemas.openxmlformats.org/drawingml/2006/main" noGrp="1"/>
          </p:cNvSpPr>
          <p:nvPr/>
        </p:nvSpPr>
        <p:spPr>
          <a:xfrm xmlns:a="http://schemas.openxmlformats.org/drawingml/2006/main">
            <a:off x="609600" y="26574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Dedicated pages explain the next step for routine care and custom work.</a:t>
            </a:r>
          </a:p>
        </p:txBody>
      </p:sp>
      <p:sp>
        <p:nvSpPr>
          <p:cNvPr id="6" name="">
            <a:extLst xmlns:a="http://schemas.openxmlformats.org/drawingml/2006/main">
              <a:ext uri="{FF2B5EF4-FFF2-40B4-BE49-F238E27FC236}">
                <a16:creationId xmlns:a16="http://schemas.microsoft.com/office/drawing/2014/main" id="{3612BA7A-FD9E-4EFA-8B8B-55237B355388}"/>
              </a:ext>
            </a:extLst>
          </p:cNvPr>
          <p:cNvSpPr>
            <a:spLocks xmlns:a="http://schemas.openxmlformats.org/drawingml/2006/main" noGrp="1"/>
          </p:cNvSpPr>
          <p:nvPr/>
        </p:nvSpPr>
        <p:spPr>
          <a:xfrm xmlns:a="http://schemas.openxmlformats.org/drawingml/2006/main">
            <a:off x="609600" y="45148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Connected services</a:t>
            </a:r>
          </a:p>
        </p:txBody>
      </p:sp>
      <p:sp>
        <p:nvSpPr>
          <p:cNvPr id="7" name="">
            <a:extLst xmlns:a="http://schemas.openxmlformats.org/drawingml/2006/main">
              <a:ext uri="{FF2B5EF4-FFF2-40B4-BE49-F238E27FC236}">
                <a16:creationId xmlns:a16="http://schemas.microsoft.com/office/drawing/2014/main" id="{08ACE4C5-97F9-46B2-AC73-623D276FC573}"/>
              </a:ext>
            </a:extLst>
          </p:cNvPr>
          <p:cNvSpPr>
            <a:spLocks xmlns:a="http://schemas.openxmlformats.org/drawingml/2006/main" noGrp="1"/>
          </p:cNvSpPr>
          <p:nvPr/>
        </p:nvSpPr>
        <p:spPr>
          <a:xfrm xmlns:a="http://schemas.openxmlformats.org/drawingml/2006/main">
            <a:off x="609600" y="49815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Used cars, invoice payment and contact links retain their roles.</a:t>
            </a:r>
          </a:p>
        </p:txBody>
      </p:sp>
      <p:pic>
        <p:nvPicPr>
          <p:cNvPr id="8" name="">
            <a:extLst xmlns:a="http://schemas.openxmlformats.org/drawingml/2006/main">
              <a:ext uri="{FF2B5EF4-FFF2-40B4-BE49-F238E27FC236}">
                <a16:creationId xmlns:a16="http://schemas.microsoft.com/office/drawing/2014/main" id="{2A127083-65D7-4C51-8D8E-C8353855DD23}"/>
              </a:ext>
            </a:extLst>
          </p:cNvPr>
          <p:cNvPicPr>
            <a:picLocks xmlns:a="http://schemas.openxmlformats.org/drawingml/2006/main" noChangeAspect="1"/>
          </p:cNvPicPr>
          <p:nvPr/>
        </p:nvPicPr>
        <p:blipFill>
          <a:blip xmlns:r="http://schemas.openxmlformats.org/officeDocument/2006/relationships" xmlns:a="http://schemas.openxmlformats.org/drawingml/2006/main" r:embed="R2885c2f82c3e428e"/>
          <a:stretch xmlns:a="http://schemas.openxmlformats.org/drawingml/2006/main"/>
        </p:blipFill>
        <p:spPr>
          <a:xfrm xmlns:a="http://schemas.openxmlformats.org/drawingml/2006/main">
            <a:off x="4438650" y="1681030"/>
            <a:ext cx="10191750" cy="6086740"/>
          </a:xfrm>
          <a:prstGeom xmlns:a="http://schemas.openxmlformats.org/drawingml/2006/main" prst="roundRect">
            <a:avLst>
              <a:gd name="adj" fmla="val 1406"/>
            </a:avLst>
          </a:prstGeom>
        </p:spPr>
      </p:pic>
      <p:pic>
        <p:nvPicPr>
          <p:cNvPr id="10" name="">
            <a:extLst xmlns:a="http://schemas.openxmlformats.org/drawingml/2006/main">
              <a:ext uri="{FF2B5EF4-FFF2-40B4-BE49-F238E27FC236}">
                <a16:creationId xmlns:a16="http://schemas.microsoft.com/office/drawing/2014/main" id="{F4A76559-7268-4C5D-A9B3-5807ABA02DDE}"/>
              </a:ext>
            </a:extLst>
          </p:cNvPr>
          <p:cNvPicPr>
            <a:picLocks xmlns:a="http://schemas.openxmlformats.org/drawingml/2006/main" noChangeAspect="1"/>
          </p:cNvPicPr>
          <p:nvPr/>
        </p:nvPicPr>
        <p:blipFill>
          <a:blip xmlns:r="http://schemas.openxmlformats.org/officeDocument/2006/relationships" xmlns:a="http://schemas.openxmlformats.org/drawingml/2006/main" r:embed="R93809ca6b1e347f6"/>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35EDD74-6B10-42B1-AEB0-380419EDF16C}"/>
              </a:ext>
            </a:extLst>
          </p:cNvPr>
          <p:cNvPicPr>
            <a:picLocks xmlns:a="http://schemas.openxmlformats.org/drawingml/2006/main" noChangeAspect="1"/>
          </p:cNvPicPr>
          <p:nvPr/>
        </p:nvPicPr>
        <p:blipFill>
          <a:blip xmlns:r="http://schemas.openxmlformats.org/officeDocument/2006/relationships" xmlns:a="http://schemas.openxmlformats.org/drawingml/2006/main" r:embed="Rf0e60d82a8af4f8c"/>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030228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32DCFA-A408-4847-AF6E-5545F8EB636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Calendar booking on mobile</a:t>
            </a:r>
          </a:p>
        </p:txBody>
      </p:sp>
      <p:sp>
        <p:nvSpPr>
          <p:cNvPr id="2" name="">
            <a:extLst xmlns:a="http://schemas.openxmlformats.org/drawingml/2006/main">
              <a:ext uri="{FF2B5EF4-FFF2-40B4-BE49-F238E27FC236}">
                <a16:creationId xmlns:a16="http://schemas.microsoft.com/office/drawing/2014/main" id="{816B0101-7FEA-481C-AF32-0377DF44EED2}"/>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1352B5F-2EBB-45B6-B3E9-020C2EC026F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D06D130-3081-483C-B479-60272FBEE3C4}"/>
              </a:ext>
            </a:extLst>
          </p:cNvPr>
          <p:cNvSpPr>
            <a:spLocks xmlns:a="http://schemas.openxmlformats.org/drawingml/2006/main" noGrp="1"/>
          </p:cNvSpPr>
          <p:nvPr/>
        </p:nvSpPr>
        <p:spPr>
          <a:xfrm xmlns:a="http://schemas.openxmlformats.org/drawingml/2006/main">
            <a:off x="609600" y="22002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Choose an available time</a:t>
            </a:r>
          </a:p>
        </p:txBody>
      </p:sp>
      <p:sp>
        <p:nvSpPr>
          <p:cNvPr id="5" name="">
            <a:extLst xmlns:a="http://schemas.openxmlformats.org/drawingml/2006/main">
              <a:ext uri="{FF2B5EF4-FFF2-40B4-BE49-F238E27FC236}">
                <a16:creationId xmlns:a16="http://schemas.microsoft.com/office/drawing/2014/main" id="{468DAD08-B757-4234-8FD5-D01F2C9DB98F}"/>
              </a:ext>
            </a:extLst>
          </p:cNvPr>
          <p:cNvSpPr>
            <a:spLocks xmlns:a="http://schemas.openxmlformats.org/drawingml/2006/main" noGrp="1"/>
          </p:cNvSpPr>
          <p:nvPr/>
        </p:nvSpPr>
        <p:spPr>
          <a:xfrm xmlns:a="http://schemas.openxmlformats.org/drawingml/2006/main">
            <a:off x="609600" y="2667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calendar reflects the workshop’s scheduling rules.</a:t>
            </a:r>
          </a:p>
        </p:txBody>
      </p:sp>
      <p:sp>
        <p:nvSpPr>
          <p:cNvPr id="6" name="">
            <a:extLst xmlns:a="http://schemas.openxmlformats.org/drawingml/2006/main">
              <a:ext uri="{FF2B5EF4-FFF2-40B4-BE49-F238E27FC236}">
                <a16:creationId xmlns:a16="http://schemas.microsoft.com/office/drawing/2014/main" id="{011CB435-573D-469D-81CA-02F6D51E1F67}"/>
              </a:ext>
            </a:extLst>
          </p:cNvPr>
          <p:cNvSpPr>
            <a:spLocks xmlns:a="http://schemas.openxmlformats.org/drawingml/2006/main" noGrp="1"/>
          </p:cNvSpPr>
          <p:nvPr/>
        </p:nvSpPr>
        <p:spPr>
          <a:xfrm xmlns:a="http://schemas.openxmlformats.org/drawingml/2006/main">
            <a:off x="609600" y="4238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Share the details once</a:t>
            </a:r>
          </a:p>
        </p:txBody>
      </p:sp>
      <p:sp>
        <p:nvSpPr>
          <p:cNvPr id="7" name="">
            <a:extLst xmlns:a="http://schemas.openxmlformats.org/drawingml/2006/main">
              <a:ext uri="{FF2B5EF4-FFF2-40B4-BE49-F238E27FC236}">
                <a16:creationId xmlns:a16="http://schemas.microsoft.com/office/drawing/2014/main" id="{4F01B068-6024-48F9-A000-E75FCF6D88FB}"/>
              </a:ext>
            </a:extLst>
          </p:cNvPr>
          <p:cNvSpPr>
            <a:spLocks xmlns:a="http://schemas.openxmlformats.org/drawingml/2006/main" noGrp="1"/>
          </p:cNvSpPr>
          <p:nvPr/>
        </p:nvSpPr>
        <p:spPr>
          <a:xfrm xmlns:a="http://schemas.openxmlformats.org/drawingml/2006/main">
            <a:off x="609600" y="47053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request carries the vehicle and contact information into admin.</a:t>
            </a:r>
          </a:p>
        </p:txBody>
      </p:sp>
      <p:sp>
        <p:nvSpPr>
          <p:cNvPr id="8" name="">
            <a:extLst xmlns:a="http://schemas.openxmlformats.org/drawingml/2006/main">
              <a:ext uri="{FF2B5EF4-FFF2-40B4-BE49-F238E27FC236}">
                <a16:creationId xmlns:a16="http://schemas.microsoft.com/office/drawing/2014/main" id="{8EBF71D2-0D55-487C-860B-9941B0F6045E}"/>
              </a:ext>
            </a:extLst>
          </p:cNvPr>
          <p:cNvSpPr>
            <a:spLocks xmlns:a="http://schemas.openxmlformats.org/drawingml/2006/main" noGrp="1"/>
          </p:cNvSpPr>
          <p:nvPr/>
        </p:nvSpPr>
        <p:spPr>
          <a:xfrm xmlns:a="http://schemas.openxmlformats.org/drawingml/2006/main">
            <a:off x="609600" y="6524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Staff confirm the appointment</a:t>
            </a:r>
          </a:p>
        </p:txBody>
      </p:sp>
      <p:pic>
        <p:nvPicPr>
          <p:cNvPr id="9" name="">
            <a:extLst xmlns:a="http://schemas.openxmlformats.org/drawingml/2006/main">
              <a:ext uri="{FF2B5EF4-FFF2-40B4-BE49-F238E27FC236}">
                <a16:creationId xmlns:a16="http://schemas.microsoft.com/office/drawing/2014/main" id="{FD7A9954-7FE3-4DF3-B756-472A51FAF6E2}"/>
              </a:ext>
            </a:extLst>
          </p:cNvPr>
          <p:cNvPicPr>
            <a:picLocks xmlns:a="http://schemas.openxmlformats.org/drawingml/2006/main" noChangeAspect="1"/>
          </p:cNvPicPr>
          <p:nvPr/>
        </p:nvPicPr>
        <p:blipFill>
          <a:blip xmlns:r="http://schemas.openxmlformats.org/officeDocument/2006/relationships" xmlns:a="http://schemas.openxmlformats.org/drawingml/2006/main" r:embed="R26470289c04c44f8"/>
          <a:stretch xmlns:a="http://schemas.openxmlformats.org/drawingml/2006/main"/>
        </p:blipFill>
        <p:spPr>
          <a:xfrm xmlns:a="http://schemas.openxmlformats.org/drawingml/2006/main">
            <a:off x="7448550" y="1763224"/>
            <a:ext cx="2714625" cy="5874727"/>
          </a:xfrm>
          <a:prstGeom xmlns:a="http://schemas.openxmlformats.org/drawingml/2006/main" prst="roundRect">
            <a:avLst>
              <a:gd name="adj" fmla="val 4211"/>
            </a:avLst>
          </a:prstGeom>
        </p:spPr>
      </p:pic>
      <p:pic>
        <p:nvPicPr>
          <p:cNvPr id="10" name="">
            <a:extLst xmlns:a="http://schemas.openxmlformats.org/drawingml/2006/main">
              <a:ext uri="{FF2B5EF4-FFF2-40B4-BE49-F238E27FC236}">
                <a16:creationId xmlns:a16="http://schemas.microsoft.com/office/drawing/2014/main" id="{C2A35D8A-774B-4505-97A9-D50869B76417}"/>
              </a:ext>
            </a:extLst>
          </p:cNvPr>
          <p:cNvPicPr>
            <a:picLocks xmlns:a="http://schemas.openxmlformats.org/drawingml/2006/main" noChangeAspect="1"/>
          </p:cNvPicPr>
          <p:nvPr/>
        </p:nvPicPr>
        <p:blipFill>
          <a:blip xmlns:r="http://schemas.openxmlformats.org/officeDocument/2006/relationships" xmlns:a="http://schemas.openxmlformats.org/drawingml/2006/main" r:embed="R3bf4948dd20d4d3d"/>
          <a:stretch xmlns:a="http://schemas.openxmlformats.org/drawingml/2006/main"/>
        </p:blipFill>
        <p:spPr>
          <a:xfrm xmlns:a="http://schemas.openxmlformats.org/drawingml/2006/main">
            <a:off x="11229975" y="1763224"/>
            <a:ext cx="2714625" cy="5874727"/>
          </a:xfrm>
          <a:prstGeom xmlns:a="http://schemas.openxmlformats.org/drawingml/2006/main" prst="roundRect">
            <a:avLst>
              <a:gd name="adj" fmla="val 4211"/>
            </a:avLst>
          </a:prstGeom>
        </p:spPr>
      </p:pic>
      <p:sp>
        <p:nvSpPr>
          <p:cNvPr id="11" name="">
            <a:extLst xmlns:a="http://schemas.openxmlformats.org/drawingml/2006/main">
              <a:ext uri="{FF2B5EF4-FFF2-40B4-BE49-F238E27FC236}">
                <a16:creationId xmlns:a16="http://schemas.microsoft.com/office/drawing/2014/main" id="{5BD155FB-7CCD-4DC6-8AEB-61473045F59C}"/>
              </a:ext>
            </a:extLst>
          </p:cNvPr>
          <p:cNvSpPr>
            <a:spLocks xmlns:a="http://schemas.openxmlformats.org/drawingml/2006/main" noGrp="1"/>
          </p:cNvSpPr>
          <p:nvPr/>
        </p:nvSpPr>
        <p:spPr>
          <a:xfrm xmlns:a="http://schemas.openxmlformats.org/drawingml/2006/main">
            <a:off x="7448550"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Date &amp; time</a:t>
            </a:r>
          </a:p>
        </p:txBody>
      </p:sp>
      <p:sp>
        <p:nvSpPr>
          <p:cNvPr id="12" name="">
            <a:extLst xmlns:a="http://schemas.openxmlformats.org/drawingml/2006/main">
              <a:ext uri="{FF2B5EF4-FFF2-40B4-BE49-F238E27FC236}">
                <a16:creationId xmlns:a16="http://schemas.microsoft.com/office/drawing/2014/main" id="{607034A0-0506-4A98-B1E0-093514D4DF1A}"/>
              </a:ext>
            </a:extLst>
          </p:cNvPr>
          <p:cNvSpPr>
            <a:spLocks xmlns:a="http://schemas.openxmlformats.org/drawingml/2006/main" noGrp="1"/>
          </p:cNvSpPr>
          <p:nvPr/>
        </p:nvSpPr>
        <p:spPr>
          <a:xfrm xmlns:a="http://schemas.openxmlformats.org/drawingml/2006/main">
            <a:off x="11229975"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Customer details</a:t>
            </a:r>
          </a:p>
        </p:txBody>
      </p:sp>
      <p:pic>
        <p:nvPicPr>
          <p:cNvPr id="14" name="">
            <a:extLst xmlns:a="http://schemas.openxmlformats.org/drawingml/2006/main">
              <a:ext uri="{FF2B5EF4-FFF2-40B4-BE49-F238E27FC236}">
                <a16:creationId xmlns:a16="http://schemas.microsoft.com/office/drawing/2014/main" id="{D70FD963-B8F4-4EBF-B972-039AAA36E8C7}"/>
              </a:ext>
            </a:extLst>
          </p:cNvPr>
          <p:cNvPicPr>
            <a:picLocks xmlns:a="http://schemas.openxmlformats.org/drawingml/2006/main" noChangeAspect="1"/>
          </p:cNvPicPr>
          <p:nvPr/>
        </p:nvPicPr>
        <p:blipFill>
          <a:blip xmlns:r="http://schemas.openxmlformats.org/officeDocument/2006/relationships" xmlns:a="http://schemas.openxmlformats.org/drawingml/2006/main" r:embed="Rdb0ddf674a9348db"/>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E6B32D10-DB9F-4887-A9C8-03D593774B57}"/>
              </a:ext>
            </a:extLst>
          </p:cNvPr>
          <p:cNvPicPr>
            <a:picLocks xmlns:a="http://schemas.openxmlformats.org/drawingml/2006/main" noChangeAspect="1"/>
          </p:cNvPicPr>
          <p:nvPr/>
        </p:nvPicPr>
        <p:blipFill>
          <a:blip xmlns:r="http://schemas.openxmlformats.org/officeDocument/2006/relationships" xmlns:a="http://schemas.openxmlformats.org/drawingml/2006/main" r:embed="R92b69c8b0b72494f"/>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54738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4AFC1-4535-4093-962C-92A92E0CA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calendar that keeps staff in control</a:t>
            </a:r>
          </a:p>
        </p:txBody>
      </p:sp>
      <p:sp>
        <p:nvSpPr>
          <p:cNvPr id="2" name="">
            <a:extLst xmlns:a="http://schemas.openxmlformats.org/drawingml/2006/main">
              <a:ext uri="{FF2B5EF4-FFF2-40B4-BE49-F238E27FC236}">
                <a16:creationId xmlns:a16="http://schemas.microsoft.com/office/drawing/2014/main" id="{BE5D3B6E-0BBF-4DC3-AFA0-1689318262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245DB1C8-4D2A-4AF9-AA9F-6C57AB4E9C1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0A1DCD96-D787-4489-9070-C5FE03622878}"/>
              </a:ext>
            </a:extLst>
          </p:cNvPr>
          <p:cNvSpPr>
            <a:spLocks xmlns:a="http://schemas.openxmlformats.org/drawingml/2006/main" noGrp="1"/>
          </p:cNvSpPr>
          <p:nvPr/>
        </p:nvSpPr>
        <p:spPr>
          <a:xfrm xmlns:a="http://schemas.openxmlformats.org/drawingml/2006/main">
            <a:off x="609600" y="2200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One scheduling view</a:t>
            </a:r>
          </a:p>
        </p:txBody>
      </p:sp>
      <p:sp>
        <p:nvSpPr>
          <p:cNvPr id="5" name="">
            <a:extLst xmlns:a="http://schemas.openxmlformats.org/drawingml/2006/main">
              <a:ext uri="{FF2B5EF4-FFF2-40B4-BE49-F238E27FC236}">
                <a16:creationId xmlns:a16="http://schemas.microsoft.com/office/drawing/2014/main" id="{07E001E1-23EC-4021-A34E-52F23B98C279}"/>
              </a:ext>
            </a:extLst>
          </p:cNvPr>
          <p:cNvSpPr>
            <a:spLocks xmlns:a="http://schemas.openxmlformats.org/drawingml/2006/main" noGrp="1"/>
          </p:cNvSpPr>
          <p:nvPr/>
        </p:nvSpPr>
        <p:spPr>
          <a:xfrm xmlns:a="http://schemas.openxmlformats.org/drawingml/2006/main">
            <a:off x="609600" y="2667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 requests appear beside work already booked.</a:t>
            </a:r>
          </a:p>
        </p:txBody>
      </p:sp>
      <p:sp>
        <p:nvSpPr>
          <p:cNvPr id="6" name="">
            <a:extLst xmlns:a="http://schemas.openxmlformats.org/drawingml/2006/main">
              <a:ext uri="{FF2B5EF4-FFF2-40B4-BE49-F238E27FC236}">
                <a16:creationId xmlns:a16="http://schemas.microsoft.com/office/drawing/2014/main" id="{908307BF-27AF-45A3-B674-08C49F8FE8F5}"/>
              </a:ext>
            </a:extLst>
          </p:cNvPr>
          <p:cNvSpPr>
            <a:spLocks xmlns:a="http://schemas.openxmlformats.org/drawingml/2006/main" noGrp="1"/>
          </p:cNvSpPr>
          <p:nvPr/>
        </p:nvSpPr>
        <p:spPr>
          <a:xfrm xmlns:a="http://schemas.openxmlformats.org/drawingml/2006/main">
            <a:off x="609600" y="44386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Staff make the decision</a:t>
            </a:r>
          </a:p>
        </p:txBody>
      </p:sp>
      <p:sp>
        <p:nvSpPr>
          <p:cNvPr id="7" name="">
            <a:extLst xmlns:a="http://schemas.openxmlformats.org/drawingml/2006/main">
              <a:ext uri="{FF2B5EF4-FFF2-40B4-BE49-F238E27FC236}">
                <a16:creationId xmlns:a16="http://schemas.microsoft.com/office/drawing/2014/main" id="{C3B653FC-3DD3-4CDC-A90E-7E65F368F9A0}"/>
              </a:ext>
            </a:extLst>
          </p:cNvPr>
          <p:cNvSpPr>
            <a:spLocks xmlns:a="http://schemas.openxmlformats.org/drawingml/2006/main" noGrp="1"/>
          </p:cNvSpPr>
          <p:nvPr/>
        </p:nvSpPr>
        <p:spPr>
          <a:xfrm xmlns:a="http://schemas.openxmlformats.org/drawingml/2006/main">
            <a:off x="609600" y="49053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decline or agree another time before the visit.</a:t>
            </a:r>
          </a:p>
        </p:txBody>
      </p:sp>
      <p:pic>
        <p:nvPicPr>
          <p:cNvPr id="8" name="">
            <a:extLst xmlns:a="http://schemas.openxmlformats.org/drawingml/2006/main">
              <a:ext uri="{FF2B5EF4-FFF2-40B4-BE49-F238E27FC236}">
                <a16:creationId xmlns:a16="http://schemas.microsoft.com/office/drawing/2014/main" id="{7B80798F-00E8-47A0-B69E-975650C3F718}"/>
              </a:ext>
            </a:extLst>
          </p:cNvPr>
          <p:cNvPicPr>
            <a:picLocks xmlns:a="http://schemas.openxmlformats.org/drawingml/2006/main" noChangeAspect="1"/>
          </p:cNvPicPr>
          <p:nvPr/>
        </p:nvPicPr>
        <p:blipFill>
          <a:blip xmlns:r="http://schemas.openxmlformats.org/officeDocument/2006/relationships" xmlns:a="http://schemas.openxmlformats.org/drawingml/2006/main" r:embed="R71d85f9c8f204859"/>
          <a:stretch xmlns:a="http://schemas.openxmlformats.org/drawingml/2006/main"/>
        </p:blipFill>
        <p:spPr>
          <a:xfrm xmlns:a="http://schemas.openxmlformats.org/drawingml/2006/main">
            <a:off x="4474034" y="1562100"/>
            <a:ext cx="10006682" cy="6419850"/>
          </a:xfrm>
          <a:prstGeom xmlns:a="http://schemas.openxmlformats.org/drawingml/2006/main" prst="roundRect">
            <a:avLst>
              <a:gd name="adj" fmla="val 1335"/>
            </a:avLst>
          </a:prstGeom>
        </p:spPr>
      </p:pic>
      <p:pic>
        <p:nvPicPr>
          <p:cNvPr id="10" name="">
            <a:extLst xmlns:a="http://schemas.openxmlformats.org/drawingml/2006/main">
              <a:ext uri="{FF2B5EF4-FFF2-40B4-BE49-F238E27FC236}">
                <a16:creationId xmlns:a16="http://schemas.microsoft.com/office/drawing/2014/main" id="{484268B7-2CA2-4575-A2A2-D4361D65B2B3}"/>
              </a:ext>
            </a:extLst>
          </p:cNvPr>
          <p:cNvPicPr>
            <a:picLocks xmlns:a="http://schemas.openxmlformats.org/drawingml/2006/main" noChangeAspect="1"/>
          </p:cNvPicPr>
          <p:nvPr/>
        </p:nvPicPr>
        <p:blipFill>
          <a:blip xmlns:r="http://schemas.openxmlformats.org/officeDocument/2006/relationships" xmlns:a="http://schemas.openxmlformats.org/drawingml/2006/main" r:embed="Re8e96ad7be684256"/>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55590BE-FE99-4EC9-8403-909AC2B9CB05}"/>
              </a:ext>
            </a:extLst>
          </p:cNvPr>
          <p:cNvPicPr>
            <a:picLocks xmlns:a="http://schemas.openxmlformats.org/drawingml/2006/main" noChangeAspect="1"/>
          </p:cNvPicPr>
          <p:nvPr/>
        </p:nvPicPr>
        <p:blipFill>
          <a:blip xmlns:r="http://schemas.openxmlformats.org/officeDocument/2006/relationships" xmlns:a="http://schemas.openxmlformats.org/drawingml/2006/main" r:embed="R1346622a448c4358"/>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7574208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406194-901B-49AE-870E-B6E476029D5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Every enquiry has a clear next step</a:t>
            </a:r>
          </a:p>
        </p:txBody>
      </p:sp>
      <p:sp>
        <p:nvSpPr>
          <p:cNvPr id="2" name="">
            <a:extLst xmlns:a="http://schemas.openxmlformats.org/drawingml/2006/main">
              <a:ext uri="{FF2B5EF4-FFF2-40B4-BE49-F238E27FC236}">
                <a16:creationId xmlns:a16="http://schemas.microsoft.com/office/drawing/2014/main" id="{C99FD8D9-A94B-4629-992B-2FE1118529D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06D66B03-7ABB-4135-9219-1BEBE2BEAF9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505DA7B-2D40-4F3B-B182-29451D9C1D02}"/>
              </a:ext>
            </a:extLst>
          </p:cNvPr>
          <p:cNvSpPr>
            <a:spLocks xmlns:a="http://schemas.openxmlformats.org/drawingml/2006/main" noGrp="1"/>
          </p:cNvSpPr>
          <p:nvPr/>
        </p:nvSpPr>
        <p:spPr>
          <a:xfrm xmlns:a="http://schemas.openxmlformats.org/drawingml/2006/main">
            <a:off x="609600" y="2143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542"/>
                </a:solidFill>
                <a:latin typeface="Arial"/>
                <a:ea typeface="Arial"/>
                <a:cs typeface="Arial"/>
              </a:defRPr>
            </a:defPPr>
            <a:lvl1pPr>
              <a:buNone/>
              <a:defRPr sz="3150" b="1">
                <a:solidFill>
                  <a:srgbClr val="183542"/>
                </a:solidFill>
                <a:latin typeface="Arial"/>
                <a:ea typeface="Arial"/>
                <a:cs typeface="Arial"/>
              </a:defRPr>
            </a:lvl1pPr>
            <a:lvl2pPr>
              <a:buNone/>
              <a:defRPr sz="3150" b="1">
                <a:solidFill>
                  <a:srgbClr val="183542"/>
                </a:solidFill>
                <a:latin typeface="Arial"/>
                <a:ea typeface="Arial"/>
                <a:cs typeface="Arial"/>
              </a:defRPr>
            </a:lvl2pPr>
            <a:lvl3pPr>
              <a:buNone/>
              <a:defRPr sz="3150" b="1">
                <a:solidFill>
                  <a:srgbClr val="183542"/>
                </a:solidFill>
                <a:latin typeface="Arial"/>
                <a:ea typeface="Arial"/>
                <a:cs typeface="Arial"/>
              </a:defRPr>
            </a:lvl3pPr>
            <a:lvl4pPr>
              <a:buNone/>
              <a:defRPr sz="3150" b="1">
                <a:solidFill>
                  <a:srgbClr val="183542"/>
                </a:solidFill>
                <a:latin typeface="Arial"/>
                <a:ea typeface="Arial"/>
                <a:cs typeface="Arial"/>
              </a:defRPr>
            </a:lvl4pPr>
            <a:lvl5pPr>
              <a:buNone/>
              <a:defRPr sz="3150" b="1">
                <a:solidFill>
                  <a:srgbClr val="183542"/>
                </a:solidFill>
                <a:latin typeface="Arial"/>
                <a:ea typeface="Arial"/>
                <a:cs typeface="Arial"/>
              </a:defRPr>
            </a:lvl5pPr>
            <a:lvl6pPr>
              <a:buNone/>
              <a:defRPr sz="3150" b="1">
                <a:solidFill>
                  <a:srgbClr val="183542"/>
                </a:solidFill>
                <a:latin typeface="Arial"/>
                <a:ea typeface="Arial"/>
                <a:cs typeface="Arial"/>
              </a:defRPr>
            </a:lvl6pPr>
            <a:lvl7pPr>
              <a:buNone/>
              <a:defRPr sz="3150" b="1">
                <a:solidFill>
                  <a:srgbClr val="183542"/>
                </a:solidFill>
                <a:latin typeface="Arial"/>
                <a:ea typeface="Arial"/>
                <a:cs typeface="Arial"/>
              </a:defRPr>
            </a:lvl7pPr>
            <a:lvl8pPr>
              <a:buNone/>
              <a:defRPr sz="3150" b="1">
                <a:solidFill>
                  <a:srgbClr val="183542"/>
                </a:solidFill>
                <a:latin typeface="Arial"/>
                <a:ea typeface="Arial"/>
                <a:cs typeface="Arial"/>
              </a:defRPr>
            </a:lvl8pPr>
            <a:lvl9pPr>
              <a:buNone/>
              <a:defRPr sz="3150" b="1">
                <a:solidFill>
                  <a:srgbClr val="183542"/>
                </a:solidFill>
                <a:latin typeface="Arial"/>
                <a:ea typeface="Arial"/>
                <a:cs typeface="Arial"/>
              </a:defRPr>
            </a:lvl9pPr>
          </a:lstStyle>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A clear route</a:t>
            </a:r>
          </a:p>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for each enquiry</a:t>
            </a:r>
          </a:p>
        </p:txBody>
      </p:sp>
      <p:sp>
        <p:nvSpPr>
          <p:cNvPr id="5" name="">
            <a:extLst xmlns:a="http://schemas.openxmlformats.org/drawingml/2006/main">
              <a:ext uri="{FF2B5EF4-FFF2-40B4-BE49-F238E27FC236}">
                <a16:creationId xmlns:a16="http://schemas.microsoft.com/office/drawing/2014/main" id="{0FBDE71C-875B-4FB5-B4B8-C082512F9C08}"/>
              </a:ext>
            </a:extLst>
          </p:cNvPr>
          <p:cNvSpPr>
            <a:spLocks xmlns:a="http://schemas.openxmlformats.org/drawingml/2006/main" noGrp="1"/>
          </p:cNvSpPr>
          <p:nvPr/>
        </p:nvSpPr>
        <p:spPr>
          <a:xfrm xmlns:a="http://schemas.openxmlformats.org/drawingml/2006/main">
            <a:off x="609600" y="407670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07785"/>
                </a:solidFill>
                <a:latin typeface="Arial"/>
                <a:ea typeface="Arial"/>
                <a:cs typeface="Arial"/>
              </a:defRPr>
            </a:defPPr>
            <a:lvl1pPr>
              <a:buNone/>
              <a:defRPr sz="2100" b="0">
                <a:solidFill>
                  <a:srgbClr val="607785"/>
                </a:solidFill>
                <a:latin typeface="Arial"/>
                <a:ea typeface="Arial"/>
                <a:cs typeface="Arial"/>
              </a:defRPr>
            </a:lvl1pPr>
            <a:lvl2pPr>
              <a:buNone/>
              <a:defRPr sz="2100" b="0">
                <a:solidFill>
                  <a:srgbClr val="607785"/>
                </a:solidFill>
                <a:latin typeface="Arial"/>
                <a:ea typeface="Arial"/>
                <a:cs typeface="Arial"/>
              </a:defRPr>
            </a:lvl2pPr>
            <a:lvl3pPr>
              <a:buNone/>
              <a:defRPr sz="2100" b="0">
                <a:solidFill>
                  <a:srgbClr val="607785"/>
                </a:solidFill>
                <a:latin typeface="Arial"/>
                <a:ea typeface="Arial"/>
                <a:cs typeface="Arial"/>
              </a:defRPr>
            </a:lvl3pPr>
            <a:lvl4pPr>
              <a:buNone/>
              <a:defRPr sz="2100" b="0">
                <a:solidFill>
                  <a:srgbClr val="607785"/>
                </a:solidFill>
                <a:latin typeface="Arial"/>
                <a:ea typeface="Arial"/>
                <a:cs typeface="Arial"/>
              </a:defRPr>
            </a:lvl4pPr>
            <a:lvl5pPr>
              <a:buNone/>
              <a:defRPr sz="2100" b="0">
                <a:solidFill>
                  <a:srgbClr val="607785"/>
                </a:solidFill>
                <a:latin typeface="Arial"/>
                <a:ea typeface="Arial"/>
                <a:cs typeface="Arial"/>
              </a:defRPr>
            </a:lvl5pPr>
            <a:lvl6pPr>
              <a:buNone/>
              <a:defRPr sz="2100" b="0">
                <a:solidFill>
                  <a:srgbClr val="607785"/>
                </a:solidFill>
                <a:latin typeface="Arial"/>
                <a:ea typeface="Arial"/>
                <a:cs typeface="Arial"/>
              </a:defRPr>
            </a:lvl6pPr>
            <a:lvl7pPr>
              <a:buNone/>
              <a:defRPr sz="2100" b="0">
                <a:solidFill>
                  <a:srgbClr val="607785"/>
                </a:solidFill>
                <a:latin typeface="Arial"/>
                <a:ea typeface="Arial"/>
                <a:cs typeface="Arial"/>
              </a:defRPr>
            </a:lvl7pPr>
            <a:lvl8pPr>
              <a:buNone/>
              <a:defRPr sz="2100" b="0">
                <a:solidFill>
                  <a:srgbClr val="607785"/>
                </a:solidFill>
                <a:latin typeface="Arial"/>
                <a:ea typeface="Arial"/>
                <a:cs typeface="Arial"/>
              </a:defRPr>
            </a:lvl8pPr>
            <a:lvl9pPr>
              <a:buNone/>
              <a:defRPr sz="2100" b="0">
                <a:solidFill>
                  <a:srgbClr val="607785"/>
                </a:solidFill>
                <a:latin typeface="Arial"/>
                <a:ea typeface="Arial"/>
                <a:cs typeface="Arial"/>
              </a:defRPr>
            </a:lvl9pPr>
          </a:lstStyle>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Each request retains the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customer, vehicle, source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and decision history.</a:t>
            </a:r>
          </a:p>
        </p:txBody>
      </p:sp>
      <p:pic>
        <p:nvPicPr>
          <p:cNvPr id="6" name="">
            <a:extLst xmlns:a="http://schemas.openxmlformats.org/drawingml/2006/main">
              <a:ext uri="{FF2B5EF4-FFF2-40B4-BE49-F238E27FC236}">
                <a16:creationId xmlns:a16="http://schemas.microsoft.com/office/drawing/2014/main" id="{D0E64302-A698-4BF0-961A-720E7D2117C2}"/>
              </a:ext>
            </a:extLst>
          </p:cNvPr>
          <p:cNvPicPr>
            <a:picLocks xmlns:a="http://schemas.openxmlformats.org/drawingml/2006/main" noChangeAspect="1"/>
          </p:cNvPicPr>
          <p:nvPr/>
        </p:nvPicPr>
        <p:blipFill>
          <a:blip xmlns:r="http://schemas.openxmlformats.org/officeDocument/2006/relationships" xmlns:a="http://schemas.openxmlformats.org/drawingml/2006/main" r:embed="Rb31bd60945694dfe"/>
          <a:stretch xmlns:a="http://schemas.openxmlformats.org/drawingml/2006/main"/>
        </p:blipFill>
        <p:spPr>
          <a:xfrm xmlns:a="http://schemas.openxmlformats.org/drawingml/2006/main">
            <a:off x="4903492" y="1600200"/>
            <a:ext cx="9147766" cy="6448425"/>
          </a:xfrm>
          <a:prstGeom xmlns:a="http://schemas.openxmlformats.org/drawingml/2006/main" prst="roundRect">
            <a:avLst>
              <a:gd name="adj" fmla="val 1329"/>
            </a:avLst>
          </a:prstGeom>
        </p:spPr>
      </p:pic>
      <p:pic>
        <p:nvPicPr>
          <p:cNvPr id="8" name="">
            <a:extLst xmlns:a="http://schemas.openxmlformats.org/drawingml/2006/main">
              <a:ext uri="{FF2B5EF4-FFF2-40B4-BE49-F238E27FC236}">
                <a16:creationId xmlns:a16="http://schemas.microsoft.com/office/drawing/2014/main" id="{0B474533-BF3C-40E3-AEB2-BBF3FF4C4BC5}"/>
              </a:ext>
            </a:extLst>
          </p:cNvPr>
          <p:cNvPicPr>
            <a:picLocks xmlns:a="http://schemas.openxmlformats.org/drawingml/2006/main" noChangeAspect="1"/>
          </p:cNvPicPr>
          <p:nvPr/>
        </p:nvPicPr>
        <p:blipFill>
          <a:blip xmlns:r="http://schemas.openxmlformats.org/officeDocument/2006/relationships" xmlns:a="http://schemas.openxmlformats.org/drawingml/2006/main" r:embed="Ra17321fbffc14ac6"/>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6D58E4E-E17D-4259-9288-716663FD046E}"/>
              </a:ext>
            </a:extLst>
          </p:cNvPr>
          <p:cNvPicPr>
            <a:picLocks xmlns:a="http://schemas.openxmlformats.org/drawingml/2006/main" noChangeAspect="1"/>
          </p:cNvPicPr>
          <p:nvPr/>
        </p:nvPicPr>
        <p:blipFill>
          <a:blip xmlns:r="http://schemas.openxmlformats.org/officeDocument/2006/relationships" xmlns:a="http://schemas.openxmlformats.org/drawingml/2006/main" r:embed="R8aae6a1f954f40b1"/>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8687440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085CC-778F-4013-8F51-5B857B48DEB9}"/>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better way to agree a new time</a:t>
            </a:r>
          </a:p>
        </p:txBody>
      </p:sp>
      <p:sp>
        <p:nvSpPr>
          <p:cNvPr id="2" name="">
            <a:extLst xmlns:a="http://schemas.openxmlformats.org/drawingml/2006/main">
              <a:ext uri="{FF2B5EF4-FFF2-40B4-BE49-F238E27FC236}">
                <a16:creationId xmlns:a16="http://schemas.microsoft.com/office/drawing/2014/main" id="{A8B308FD-3151-4279-AADB-EC695E2175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WhatsApp conversation shown in simulation. Live delivery requires the company’s API connection.</a:t>
            </a:r>
          </a:p>
        </p:txBody>
      </p:sp>
      <p:sp>
        <p:nvSpPr>
          <p:cNvPr id="3" name="">
            <a:extLst xmlns:a="http://schemas.openxmlformats.org/drawingml/2006/main">
              <a:ext uri="{FF2B5EF4-FFF2-40B4-BE49-F238E27FC236}">
                <a16:creationId xmlns:a16="http://schemas.microsoft.com/office/drawing/2014/main" id="{72A791C3-3C75-4342-B432-D93716A59DB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8890759-DEE1-4865-8E3E-054710E62C0B}"/>
              </a:ext>
            </a:extLst>
          </p:cNvPr>
          <p:cNvSpPr>
            <a:spLocks xmlns:a="http://schemas.openxmlformats.org/drawingml/2006/main" noGrp="1"/>
          </p:cNvSpPr>
          <p:nvPr/>
        </p:nvSpPr>
        <p:spPr>
          <a:xfrm xmlns:a="http://schemas.openxmlformats.org/drawingml/2006/main">
            <a:off x="609600" y="2181225"/>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Staff suggests a slot.</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customer can reply.</a:t>
            </a:r>
          </a:p>
        </p:txBody>
      </p:sp>
      <p:sp>
        <p:nvSpPr>
          <p:cNvPr id="5" name="">
            <a:extLst xmlns:a="http://schemas.openxmlformats.org/drawingml/2006/main">
              <a:ext uri="{FF2B5EF4-FFF2-40B4-BE49-F238E27FC236}">
                <a16:creationId xmlns:a16="http://schemas.microsoft.com/office/drawing/2014/main" id="{7E2BACF1-D676-4D73-8918-97E7AECC7D97}"/>
              </a:ext>
            </a:extLst>
          </p:cNvPr>
          <p:cNvSpPr>
            <a:spLocks xmlns:a="http://schemas.openxmlformats.org/drawingml/2006/main" noGrp="1"/>
          </p:cNvSpPr>
          <p:nvPr/>
        </p:nvSpPr>
        <p:spPr>
          <a:xfrm xmlns:a="http://schemas.openxmlformats.org/drawingml/2006/main">
            <a:off x="609600" y="407670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Available alternatives stay connected</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to the same request. Staff can step in</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when a reply needs attention.</a:t>
            </a:r>
          </a:p>
        </p:txBody>
      </p:sp>
      <p:pic>
        <p:nvPicPr>
          <p:cNvPr id="6" name="">
            <a:extLst xmlns:a="http://schemas.openxmlformats.org/drawingml/2006/main">
              <a:ext uri="{FF2B5EF4-FFF2-40B4-BE49-F238E27FC236}">
                <a16:creationId xmlns:a16="http://schemas.microsoft.com/office/drawing/2014/main" id="{C56947D6-917A-4203-BC17-264F3A421EB4}"/>
              </a:ext>
            </a:extLst>
          </p:cNvPr>
          <p:cNvPicPr>
            <a:picLocks xmlns:a="http://schemas.openxmlformats.org/drawingml/2006/main" noChangeAspect="1"/>
          </p:cNvPicPr>
          <p:nvPr/>
        </p:nvPicPr>
        <p:blipFill>
          <a:blip xmlns:r="http://schemas.openxmlformats.org/officeDocument/2006/relationships" xmlns:a="http://schemas.openxmlformats.org/drawingml/2006/main" r:embed="R6095a24dc97f4b66"/>
          <a:stretch xmlns:a="http://schemas.openxmlformats.org/drawingml/2006/main"/>
        </p:blipFill>
        <p:spPr>
          <a:xfrm xmlns:a="http://schemas.openxmlformats.org/drawingml/2006/main">
            <a:off x="6610350" y="2378455"/>
            <a:ext cx="4667250" cy="4758566"/>
          </a:xfrm>
          <a:prstGeom xmlns:a="http://schemas.openxmlformats.org/drawingml/2006/main" prst="roundRect">
            <a:avLst>
              <a:gd name="adj" fmla="val 1633"/>
            </a:avLst>
          </a:prstGeom>
        </p:spPr>
      </p:pic>
      <p:pic>
        <p:nvPicPr>
          <p:cNvPr id="7" name="">
            <a:extLst xmlns:a="http://schemas.openxmlformats.org/drawingml/2006/main">
              <a:ext uri="{FF2B5EF4-FFF2-40B4-BE49-F238E27FC236}">
                <a16:creationId xmlns:a16="http://schemas.microsoft.com/office/drawing/2014/main" id="{04CE9D57-266E-4B94-99E9-7014252E37B7}"/>
              </a:ext>
            </a:extLst>
          </p:cNvPr>
          <p:cNvPicPr>
            <a:picLocks xmlns:a="http://schemas.openxmlformats.org/drawingml/2006/main" noChangeAspect="1"/>
          </p:cNvPicPr>
          <p:nvPr/>
        </p:nvPicPr>
        <p:blipFill>
          <a:blip xmlns:r="http://schemas.openxmlformats.org/officeDocument/2006/relationships" xmlns:a="http://schemas.openxmlformats.org/drawingml/2006/main" r:embed="R2f4b64f94d4b4cd2"/>
          <a:stretch xmlns:a="http://schemas.openxmlformats.org/drawingml/2006/main"/>
        </p:blipFill>
        <p:spPr>
          <a:xfrm xmlns:a="http://schemas.openxmlformats.org/drawingml/2006/main">
            <a:off x="11830592" y="1628775"/>
            <a:ext cx="2799267" cy="6057900"/>
          </a:xfrm>
          <a:prstGeom xmlns:a="http://schemas.openxmlformats.org/drawingml/2006/main" prst="roundRect">
            <a:avLst>
              <a:gd name="adj" fmla="val 4082"/>
            </a:avLst>
          </a:prstGeom>
        </p:spPr>
      </p:pic>
      <p:pic>
        <p:nvPicPr>
          <p:cNvPr id="9" name="">
            <a:extLst xmlns:a="http://schemas.openxmlformats.org/drawingml/2006/main">
              <a:ext uri="{FF2B5EF4-FFF2-40B4-BE49-F238E27FC236}">
                <a16:creationId xmlns:a16="http://schemas.microsoft.com/office/drawing/2014/main" id="{D429FFBB-CD9D-40AA-9719-E5AAE640E35D}"/>
              </a:ext>
            </a:extLst>
          </p:cNvPr>
          <p:cNvPicPr>
            <a:picLocks xmlns:a="http://schemas.openxmlformats.org/drawingml/2006/main" noChangeAspect="1"/>
          </p:cNvPicPr>
          <p:nvPr/>
        </p:nvPicPr>
        <p:blipFill>
          <a:blip xmlns:r="http://schemas.openxmlformats.org/officeDocument/2006/relationships" xmlns:a="http://schemas.openxmlformats.org/drawingml/2006/main" r:embed="R7df542d0913b40ca"/>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B0751E9-DFC7-4D20-93DC-D90712B27FD6}"/>
              </a:ext>
            </a:extLst>
          </p:cNvPr>
          <p:cNvPicPr>
            <a:picLocks xmlns:a="http://schemas.openxmlformats.org/drawingml/2006/main" noChangeAspect="1"/>
          </p:cNvPicPr>
          <p:nvPr/>
        </p:nvPicPr>
        <p:blipFill>
          <a:blip xmlns:r="http://schemas.openxmlformats.org/officeDocument/2006/relationships" xmlns:a="http://schemas.openxmlformats.org/drawingml/2006/main" r:embed="R9aab114880fb41e7"/>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9925479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D19DF1-8F39-424E-9403-53DBAE09254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workshop, at a glance</a:t>
            </a:r>
          </a:p>
        </p:txBody>
      </p:sp>
      <p:sp>
        <p:nvSpPr>
          <p:cNvPr id="2" name="">
            <a:extLst xmlns:a="http://schemas.openxmlformats.org/drawingml/2006/main">
              <a:ext uri="{FF2B5EF4-FFF2-40B4-BE49-F238E27FC236}">
                <a16:creationId xmlns:a16="http://schemas.microsoft.com/office/drawing/2014/main" id="{F3873D94-F080-4404-B336-7AE85C6750D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C29CC87-C4BA-4FE3-99CC-E5807107FEDE}"/>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0FE4FF6-5485-465E-988D-21545F750682}"/>
              </a:ext>
            </a:extLst>
          </p:cNvPr>
          <p:cNvSpPr>
            <a:spLocks xmlns:a="http://schemas.openxmlformats.org/drawingml/2006/main" noGrp="1"/>
          </p:cNvSpPr>
          <p:nvPr/>
        </p:nvSpPr>
        <p:spPr>
          <a:xfrm xmlns:a="http://schemas.openxmlformats.org/drawingml/2006/main">
            <a:off x="609600" y="2209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What needs attention</a:t>
            </a:r>
          </a:p>
        </p:txBody>
      </p:sp>
      <p:sp>
        <p:nvSpPr>
          <p:cNvPr id="5" name="">
            <a:extLst xmlns:a="http://schemas.openxmlformats.org/drawingml/2006/main">
              <a:ext uri="{FF2B5EF4-FFF2-40B4-BE49-F238E27FC236}">
                <a16:creationId xmlns:a16="http://schemas.microsoft.com/office/drawing/2014/main" id="{820BA9AC-95C4-41E7-9208-3D43D424914F}"/>
              </a:ext>
            </a:extLst>
          </p:cNvPr>
          <p:cNvSpPr>
            <a:spLocks xmlns:a="http://schemas.openxmlformats.org/drawingml/2006/main" noGrp="1"/>
          </p:cNvSpPr>
          <p:nvPr/>
        </p:nvSpPr>
        <p:spPr>
          <a:xfrm xmlns:a="http://schemas.openxmlformats.org/drawingml/2006/main">
            <a:off x="609600" y="2676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can see approvals, collection status and balances.</a:t>
            </a:r>
          </a:p>
        </p:txBody>
      </p:sp>
      <p:sp>
        <p:nvSpPr>
          <p:cNvPr id="6" name="">
            <a:extLst xmlns:a="http://schemas.openxmlformats.org/drawingml/2006/main">
              <a:ext uri="{FF2B5EF4-FFF2-40B4-BE49-F238E27FC236}">
                <a16:creationId xmlns:a16="http://schemas.microsoft.com/office/drawing/2014/main" id="{EC803B74-7443-4056-8BA4-B687C3D64C25}"/>
              </a:ext>
            </a:extLst>
          </p:cNvPr>
          <p:cNvSpPr>
            <a:spLocks xmlns:a="http://schemas.openxmlformats.org/drawingml/2006/main" noGrp="1"/>
          </p:cNvSpPr>
          <p:nvPr/>
        </p:nvSpPr>
        <p:spPr>
          <a:xfrm xmlns:a="http://schemas.openxmlformats.org/drawingml/2006/main">
            <a:off x="609600" y="4495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Quick access to the work</a:t>
            </a:r>
          </a:p>
        </p:txBody>
      </p:sp>
      <p:sp>
        <p:nvSpPr>
          <p:cNvPr id="7" name="">
            <a:extLst xmlns:a="http://schemas.openxmlformats.org/drawingml/2006/main">
              <a:ext uri="{FF2B5EF4-FFF2-40B4-BE49-F238E27FC236}">
                <a16:creationId xmlns:a16="http://schemas.microsoft.com/office/drawing/2014/main" id="{10E50B48-FC62-459A-8E79-387765E3F84E}"/>
              </a:ext>
            </a:extLst>
          </p:cNvPr>
          <p:cNvSpPr>
            <a:spLocks xmlns:a="http://schemas.openxmlformats.org/drawingml/2006/main" noGrp="1"/>
          </p:cNvSpPr>
          <p:nvPr/>
        </p:nvSpPr>
        <p:spPr>
          <a:xfrm xmlns:a="http://schemas.openxmlformats.org/drawingml/2006/main">
            <a:off x="609600" y="4962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Open a job, review an enquiry or move into the diary.</a:t>
            </a:r>
          </a:p>
        </p:txBody>
      </p:sp>
      <p:pic>
        <p:nvPicPr>
          <p:cNvPr id="8" name="">
            <a:extLst xmlns:a="http://schemas.openxmlformats.org/drawingml/2006/main">
              <a:ext uri="{FF2B5EF4-FFF2-40B4-BE49-F238E27FC236}">
                <a16:creationId xmlns:a16="http://schemas.microsoft.com/office/drawing/2014/main" id="{EBBC9CCC-34BB-43D0-806C-3236A05216F1}"/>
              </a:ext>
            </a:extLst>
          </p:cNvPr>
          <p:cNvPicPr>
            <a:picLocks xmlns:a="http://schemas.openxmlformats.org/drawingml/2006/main" noChangeAspect="1"/>
          </p:cNvPicPr>
          <p:nvPr/>
        </p:nvPicPr>
        <p:blipFill>
          <a:blip xmlns:r="http://schemas.openxmlformats.org/officeDocument/2006/relationships" xmlns:a="http://schemas.openxmlformats.org/drawingml/2006/main" r:embed="R09febb22ad0b44f1"/>
          <a:stretch xmlns:a="http://schemas.openxmlformats.org/drawingml/2006/main"/>
        </p:blipFill>
        <p:spPr>
          <a:xfrm xmlns:a="http://schemas.openxmlformats.org/drawingml/2006/main">
            <a:off x="4286250" y="1639094"/>
            <a:ext cx="10344150" cy="6608762"/>
          </a:xfrm>
          <a:prstGeom xmlns:a="http://schemas.openxmlformats.org/drawingml/2006/main" prst="roundRect">
            <a:avLst>
              <a:gd name="adj" fmla="val 1297"/>
            </a:avLst>
          </a:prstGeom>
        </p:spPr>
      </p:pic>
      <p:pic>
        <p:nvPicPr>
          <p:cNvPr id="10" name="">
            <a:extLst xmlns:a="http://schemas.openxmlformats.org/drawingml/2006/main">
              <a:ext uri="{FF2B5EF4-FFF2-40B4-BE49-F238E27FC236}">
                <a16:creationId xmlns:a16="http://schemas.microsoft.com/office/drawing/2014/main" id="{FD2B4E50-7617-4D57-B1F9-656E311C650C}"/>
              </a:ext>
            </a:extLst>
          </p:cNvPr>
          <p:cNvPicPr>
            <a:picLocks xmlns:a="http://schemas.openxmlformats.org/drawingml/2006/main" noChangeAspect="1"/>
          </p:cNvPicPr>
          <p:nvPr/>
        </p:nvPicPr>
        <p:blipFill>
          <a:blip xmlns:r="http://schemas.openxmlformats.org/officeDocument/2006/relationships" xmlns:a="http://schemas.openxmlformats.org/drawingml/2006/main" r:embed="R15d4369c7c664117"/>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432A867-A3EC-4D52-A0B0-99CC45005BDB}"/>
              </a:ext>
            </a:extLst>
          </p:cNvPr>
          <p:cNvPicPr>
            <a:picLocks xmlns:a="http://schemas.openxmlformats.org/drawingml/2006/main" noChangeAspect="1"/>
          </p:cNvPicPr>
          <p:nvPr/>
        </p:nvPicPr>
        <p:blipFill>
          <a:blip xmlns:r="http://schemas.openxmlformats.org/officeDocument/2006/relationships" xmlns:a="http://schemas.openxmlformats.org/drawingml/2006/main" r:embed="R41df8f32376c4cf6"/>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2057766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9D94B4-181E-48BD-A84D-A2BA281C471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job stays connected</a:t>
            </a:r>
          </a:p>
        </p:txBody>
      </p:sp>
      <p:sp>
        <p:nvSpPr>
          <p:cNvPr id="2" name="">
            <a:extLst xmlns:a="http://schemas.openxmlformats.org/drawingml/2006/main">
              <a:ext uri="{FF2B5EF4-FFF2-40B4-BE49-F238E27FC236}">
                <a16:creationId xmlns:a16="http://schemas.microsoft.com/office/drawing/2014/main" id="{3561A734-5204-4D15-859B-D4770E737E43}"/>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25FD7F0-7F59-4B7E-9188-2841ED36A45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C70A98E-2A24-44F1-A0CA-EE00A9C8A324}"/>
              </a:ext>
            </a:extLst>
          </p:cNvPr>
          <p:cNvSpPr>
            <a:spLocks xmlns:a="http://schemas.openxmlformats.org/drawingml/2006/main" noGrp="1"/>
          </p:cNvSpPr>
          <p:nvPr/>
        </p:nvSpPr>
        <p:spPr>
          <a:xfrm xmlns:a="http://schemas.openxmlformats.org/drawingml/2006/main">
            <a:off x="609600"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Work &amp; parts</a:t>
            </a:r>
          </a:p>
        </p:txBody>
      </p:sp>
      <p:sp>
        <p:nvSpPr>
          <p:cNvPr id="5" name="">
            <a:extLst xmlns:a="http://schemas.openxmlformats.org/drawingml/2006/main">
              <a:ext uri="{FF2B5EF4-FFF2-40B4-BE49-F238E27FC236}">
                <a16:creationId xmlns:a16="http://schemas.microsoft.com/office/drawing/2014/main" id="{123110DA-728B-488C-9ECE-61290D10F2C0}"/>
              </a:ext>
            </a:extLst>
          </p:cNvPr>
          <p:cNvSpPr>
            <a:spLocks xmlns:a="http://schemas.openxmlformats.org/drawingml/2006/main" noGrp="1"/>
          </p:cNvSpPr>
          <p:nvPr/>
        </p:nvSpPr>
        <p:spPr>
          <a:xfrm xmlns:a="http://schemas.openxmlformats.org/drawingml/2006/main">
            <a:off x="7915275"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Inspection findings</a:t>
            </a:r>
          </a:p>
        </p:txBody>
      </p:sp>
      <p:pic>
        <p:nvPicPr>
          <p:cNvPr id="6" name="">
            <a:extLst xmlns:a="http://schemas.openxmlformats.org/drawingml/2006/main">
              <a:ext uri="{FF2B5EF4-FFF2-40B4-BE49-F238E27FC236}">
                <a16:creationId xmlns:a16="http://schemas.microsoft.com/office/drawing/2014/main" id="{FBBF0695-5D2B-4784-9115-A2594697D146}"/>
              </a:ext>
            </a:extLst>
          </p:cNvPr>
          <p:cNvPicPr>
            <a:picLocks xmlns:a="http://schemas.openxmlformats.org/drawingml/2006/main" noChangeAspect="1"/>
          </p:cNvPicPr>
          <p:nvPr/>
        </p:nvPicPr>
        <p:blipFill>
          <a:blip xmlns:r="http://schemas.openxmlformats.org/officeDocument/2006/relationships" xmlns:a="http://schemas.openxmlformats.org/drawingml/2006/main" r:embed="Rde271b15b9d34101"/>
          <a:stretch xmlns:a="http://schemas.openxmlformats.org/drawingml/2006/main"/>
        </p:blipFill>
        <p:spPr>
          <a:xfrm xmlns:a="http://schemas.openxmlformats.org/drawingml/2006/main">
            <a:off x="609600" y="2288858"/>
            <a:ext cx="6715125" cy="4566285"/>
          </a:xfrm>
          <a:prstGeom xmlns:a="http://schemas.openxmlformats.org/drawingml/2006/main" prst="roundRect">
            <a:avLst>
              <a:gd name="adj" fmla="val 1793"/>
            </a:avLst>
          </a:prstGeom>
        </p:spPr>
      </p:pic>
      <p:pic>
        <p:nvPicPr>
          <p:cNvPr id="7" name="">
            <a:extLst xmlns:a="http://schemas.openxmlformats.org/drawingml/2006/main">
              <a:ext uri="{FF2B5EF4-FFF2-40B4-BE49-F238E27FC236}">
                <a16:creationId xmlns:a16="http://schemas.microsoft.com/office/drawing/2014/main" id="{C9E53CC8-705B-4D2E-AE26-E601086F5787}"/>
              </a:ext>
            </a:extLst>
          </p:cNvPr>
          <p:cNvPicPr>
            <a:picLocks xmlns:a="http://schemas.openxmlformats.org/drawingml/2006/main" noChangeAspect="1"/>
          </p:cNvPicPr>
          <p:nvPr/>
        </p:nvPicPr>
        <p:blipFill>
          <a:blip xmlns:r="http://schemas.openxmlformats.org/officeDocument/2006/relationships" xmlns:a="http://schemas.openxmlformats.org/drawingml/2006/main" r:embed="Ra8a5c97eab974ba3"/>
          <a:stretch xmlns:a="http://schemas.openxmlformats.org/drawingml/2006/main"/>
        </p:blipFill>
        <p:spPr>
          <a:xfrm xmlns:a="http://schemas.openxmlformats.org/drawingml/2006/main">
            <a:off x="7915275" y="2288858"/>
            <a:ext cx="6715125" cy="4566285"/>
          </a:xfrm>
          <a:prstGeom xmlns:a="http://schemas.openxmlformats.org/drawingml/2006/main" prst="roundRect">
            <a:avLst>
              <a:gd name="adj" fmla="val 1793"/>
            </a:avLst>
          </a:prstGeom>
        </p:spPr>
      </p:pic>
      <p:sp>
        <p:nvSpPr>
          <p:cNvPr id="8" name="">
            <a:extLst xmlns:a="http://schemas.openxmlformats.org/drawingml/2006/main">
              <a:ext uri="{FF2B5EF4-FFF2-40B4-BE49-F238E27FC236}">
                <a16:creationId xmlns:a16="http://schemas.microsoft.com/office/drawing/2014/main" id="{46D3AC81-80C2-433A-B4AE-093F06897502}"/>
              </a:ext>
            </a:extLst>
          </p:cNvPr>
          <p:cNvSpPr>
            <a:spLocks xmlns:a="http://schemas.openxmlformats.org/drawingml/2006/main" noGrp="1"/>
          </p:cNvSpPr>
          <p:nvPr/>
        </p:nvSpPr>
        <p:spPr>
          <a:xfrm xmlns:a="http://schemas.openxmlformats.org/drawingml/2006/main">
            <a:off x="609600"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sees the tasks and parts linked to the visit</a:t>
            </a:r>
          </a:p>
        </p:txBody>
      </p:sp>
      <p:sp>
        <p:nvSpPr>
          <p:cNvPr id="9" name="">
            <a:extLst xmlns:a="http://schemas.openxmlformats.org/drawingml/2006/main">
              <a:ext uri="{FF2B5EF4-FFF2-40B4-BE49-F238E27FC236}">
                <a16:creationId xmlns:a16="http://schemas.microsoft.com/office/drawing/2014/main" id="{F2B83542-DAFA-4F9D-9FFB-B9EBE6748235}"/>
              </a:ext>
            </a:extLst>
          </p:cNvPr>
          <p:cNvSpPr>
            <a:spLocks xmlns:a="http://schemas.openxmlformats.org/drawingml/2006/main" noGrp="1"/>
          </p:cNvSpPr>
          <p:nvPr/>
        </p:nvSpPr>
        <p:spPr>
          <a:xfrm xmlns:a="http://schemas.openxmlformats.org/drawingml/2006/main">
            <a:off x="7915275"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Findings remain attached to the same job record</a:t>
            </a:r>
          </a:p>
        </p:txBody>
      </p:sp>
      <p:pic>
        <p:nvPicPr>
          <p:cNvPr id="11" name="">
            <a:extLst xmlns:a="http://schemas.openxmlformats.org/drawingml/2006/main">
              <a:ext uri="{FF2B5EF4-FFF2-40B4-BE49-F238E27FC236}">
                <a16:creationId xmlns:a16="http://schemas.microsoft.com/office/drawing/2014/main" id="{F2E6AF55-E737-415F-B199-DCF6F50850A2}"/>
              </a:ext>
            </a:extLst>
          </p:cNvPr>
          <p:cNvPicPr>
            <a:picLocks xmlns:a="http://schemas.openxmlformats.org/drawingml/2006/main" noChangeAspect="1"/>
          </p:cNvPicPr>
          <p:nvPr/>
        </p:nvPicPr>
        <p:blipFill>
          <a:blip xmlns:r="http://schemas.openxmlformats.org/officeDocument/2006/relationships" xmlns:a="http://schemas.openxmlformats.org/drawingml/2006/main" r:embed="Rc5dd82a9facc4e13"/>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E5F0C25-716C-416D-A042-0AD234E301B7}"/>
              </a:ext>
            </a:extLst>
          </p:cNvPr>
          <p:cNvPicPr>
            <a:picLocks xmlns:a="http://schemas.openxmlformats.org/drawingml/2006/main" noChangeAspect="1"/>
          </p:cNvPicPr>
          <p:nvPr/>
        </p:nvPicPr>
        <p:blipFill>
          <a:blip xmlns:r="http://schemas.openxmlformats.org/officeDocument/2006/relationships" xmlns:a="http://schemas.openxmlformats.org/drawingml/2006/main" r:embed="Refa7c7dd236b4469"/>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9780966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FB6B5-7EAF-4A51-A322-5B5E49CF212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Clear quotations for custom work</a:t>
            </a:r>
          </a:p>
        </p:txBody>
      </p:sp>
      <p:sp>
        <p:nvSpPr>
          <p:cNvPr id="2" name="">
            <a:extLst xmlns:a="http://schemas.openxmlformats.org/drawingml/2006/main">
              <a:ext uri="{FF2B5EF4-FFF2-40B4-BE49-F238E27FC236}">
                <a16:creationId xmlns:a16="http://schemas.microsoft.com/office/drawing/2014/main" id="{FB6F7C9C-1545-4AA4-85FF-E362BA8CC17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8281FC5-3358-43E2-9BC5-5E097161E5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7562007-3834-491C-9936-68E977AAEB9C}"/>
              </a:ext>
            </a:extLst>
          </p:cNvPr>
          <p:cNvSpPr>
            <a:spLocks xmlns:a="http://schemas.openxmlformats.org/drawingml/2006/main" noGrp="1"/>
          </p:cNvSpPr>
          <p:nvPr/>
        </p:nvSpPr>
        <p:spPr>
          <a:xfrm xmlns:a="http://schemas.openxmlformats.org/drawingml/2006/main">
            <a:off x="609600" y="2247900"/>
            <a:ext cx="638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542"/>
                </a:solidFill>
                <a:latin typeface="Arial"/>
                <a:ea typeface="Arial"/>
                <a:cs typeface="Arial"/>
              </a:defRPr>
            </a:defPPr>
            <a:lvl1pPr>
              <a:buNone/>
              <a:defRPr sz="3450" b="1">
                <a:solidFill>
                  <a:srgbClr val="183542"/>
                </a:solidFill>
                <a:latin typeface="Arial"/>
                <a:ea typeface="Arial"/>
                <a:cs typeface="Arial"/>
              </a:defRPr>
            </a:lvl1pPr>
            <a:lvl2pPr>
              <a:buNone/>
              <a:defRPr sz="3450" b="1">
                <a:solidFill>
                  <a:srgbClr val="183542"/>
                </a:solidFill>
                <a:latin typeface="Arial"/>
                <a:ea typeface="Arial"/>
                <a:cs typeface="Arial"/>
              </a:defRPr>
            </a:lvl2pPr>
            <a:lvl3pPr>
              <a:buNone/>
              <a:defRPr sz="3450" b="1">
                <a:solidFill>
                  <a:srgbClr val="183542"/>
                </a:solidFill>
                <a:latin typeface="Arial"/>
                <a:ea typeface="Arial"/>
                <a:cs typeface="Arial"/>
              </a:defRPr>
            </a:lvl3pPr>
            <a:lvl4pPr>
              <a:buNone/>
              <a:defRPr sz="3450" b="1">
                <a:solidFill>
                  <a:srgbClr val="183542"/>
                </a:solidFill>
                <a:latin typeface="Arial"/>
                <a:ea typeface="Arial"/>
                <a:cs typeface="Arial"/>
              </a:defRPr>
            </a:lvl4pPr>
            <a:lvl5pPr>
              <a:buNone/>
              <a:defRPr sz="3450" b="1">
                <a:solidFill>
                  <a:srgbClr val="183542"/>
                </a:solidFill>
                <a:latin typeface="Arial"/>
                <a:ea typeface="Arial"/>
                <a:cs typeface="Arial"/>
              </a:defRPr>
            </a:lvl5pPr>
            <a:lvl6pPr>
              <a:buNone/>
              <a:defRPr sz="3450" b="1">
                <a:solidFill>
                  <a:srgbClr val="183542"/>
                </a:solidFill>
                <a:latin typeface="Arial"/>
                <a:ea typeface="Arial"/>
                <a:cs typeface="Arial"/>
              </a:defRPr>
            </a:lvl6pPr>
            <a:lvl7pPr>
              <a:buNone/>
              <a:defRPr sz="3450" b="1">
                <a:solidFill>
                  <a:srgbClr val="183542"/>
                </a:solidFill>
                <a:latin typeface="Arial"/>
                <a:ea typeface="Arial"/>
                <a:cs typeface="Arial"/>
              </a:defRPr>
            </a:lvl7pPr>
            <a:lvl8pPr>
              <a:buNone/>
              <a:defRPr sz="3450" b="1">
                <a:solidFill>
                  <a:srgbClr val="183542"/>
                </a:solidFill>
                <a:latin typeface="Arial"/>
                <a:ea typeface="Arial"/>
                <a:cs typeface="Arial"/>
              </a:defRPr>
            </a:lvl8pPr>
            <a:lvl9pPr>
              <a:buNone/>
              <a:defRPr sz="3450" b="1">
                <a:solidFill>
                  <a:srgbClr val="183542"/>
                </a:solidFill>
                <a:latin typeface="Arial"/>
                <a:ea typeface="Arial"/>
                <a:cs typeface="Arial"/>
              </a:defRPr>
            </a:lvl9pPr>
          </a:lstStyle>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The scope and price</a:t>
            </a:r>
          </a:p>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stay together</a:t>
            </a:r>
          </a:p>
        </p:txBody>
      </p:sp>
      <p:sp>
        <p:nvSpPr>
          <p:cNvPr id="5" name="">
            <a:extLst xmlns:a="http://schemas.openxmlformats.org/drawingml/2006/main">
              <a:ext uri="{FF2B5EF4-FFF2-40B4-BE49-F238E27FC236}">
                <a16:creationId xmlns:a16="http://schemas.microsoft.com/office/drawing/2014/main" id="{916D37CD-698D-4739-AB09-F2EEBC6A745F}"/>
              </a:ext>
            </a:extLst>
          </p:cNvPr>
          <p:cNvSpPr>
            <a:spLocks xmlns:a="http://schemas.openxmlformats.org/drawingml/2006/main" noGrp="1"/>
          </p:cNvSpPr>
          <p:nvPr/>
        </p:nvSpPr>
        <p:spPr>
          <a:xfrm xmlns:a="http://schemas.openxmlformats.org/drawingml/2006/main">
            <a:off x="609600" y="4333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A visible quotation status</a:t>
            </a:r>
          </a:p>
        </p:txBody>
      </p:sp>
      <p:sp>
        <p:nvSpPr>
          <p:cNvPr id="6" name="">
            <a:extLst xmlns:a="http://schemas.openxmlformats.org/drawingml/2006/main">
              <a:ext uri="{FF2B5EF4-FFF2-40B4-BE49-F238E27FC236}">
                <a16:creationId xmlns:a16="http://schemas.microsoft.com/office/drawing/2014/main" id="{39501F8A-F034-4617-A9E9-7C5227FF43E2}"/>
              </a:ext>
            </a:extLst>
          </p:cNvPr>
          <p:cNvSpPr>
            <a:spLocks xmlns:a="http://schemas.openxmlformats.org/drawingml/2006/main" noGrp="1"/>
          </p:cNvSpPr>
          <p:nvPr/>
        </p:nvSpPr>
        <p:spPr>
          <a:xfrm xmlns:a="http://schemas.openxmlformats.org/drawingml/2006/main">
            <a:off x="609600" y="48006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Staff can follow a quote from draft to an accepted booking.</a:t>
            </a:r>
          </a:p>
        </p:txBody>
      </p:sp>
      <p:sp>
        <p:nvSpPr>
          <p:cNvPr id="7" name="">
            <a:extLst xmlns:a="http://schemas.openxmlformats.org/drawingml/2006/main">
              <a:ext uri="{FF2B5EF4-FFF2-40B4-BE49-F238E27FC236}">
                <a16:creationId xmlns:a16="http://schemas.microsoft.com/office/drawing/2014/main" id="{32A5EB07-C9AA-4AD4-B6AE-76A7752380A2}"/>
              </a:ext>
            </a:extLst>
          </p:cNvPr>
          <p:cNvSpPr>
            <a:spLocks xmlns:a="http://schemas.openxmlformats.org/drawingml/2006/main" noGrp="1"/>
          </p:cNvSpPr>
          <p:nvPr/>
        </p:nvSpPr>
        <p:spPr>
          <a:xfrm xmlns:a="http://schemas.openxmlformats.org/drawingml/2006/main">
            <a:off x="609600" y="65341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Useful for wrapping, PPF,</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fleet branding and repair estimates</a:t>
            </a:r>
          </a:p>
        </p:txBody>
      </p:sp>
      <p:pic>
        <p:nvPicPr>
          <p:cNvPr id="8" name="">
            <a:extLst xmlns:a="http://schemas.openxmlformats.org/drawingml/2006/main">
              <a:ext uri="{FF2B5EF4-FFF2-40B4-BE49-F238E27FC236}">
                <a16:creationId xmlns:a16="http://schemas.microsoft.com/office/drawing/2014/main" id="{97C196AD-5F58-41B4-8EA2-F3415B91E3F6}"/>
              </a:ext>
            </a:extLst>
          </p:cNvPr>
          <p:cNvPicPr>
            <a:picLocks xmlns:a="http://schemas.openxmlformats.org/drawingml/2006/main" noChangeAspect="1"/>
          </p:cNvPicPr>
          <p:nvPr/>
        </p:nvPicPr>
        <p:blipFill>
          <a:blip xmlns:r="http://schemas.openxmlformats.org/officeDocument/2006/relationships" xmlns:a="http://schemas.openxmlformats.org/drawingml/2006/main" r:embed="Rf780e0730bc3484b"/>
          <a:stretch xmlns:a="http://schemas.openxmlformats.org/drawingml/2006/main"/>
        </p:blipFill>
        <p:spPr>
          <a:xfrm xmlns:a="http://schemas.openxmlformats.org/drawingml/2006/main">
            <a:off x="8631041" y="1619250"/>
            <a:ext cx="4721618" cy="6276975"/>
          </a:xfrm>
          <a:prstGeom xmlns:a="http://schemas.openxmlformats.org/drawingml/2006/main" prst="roundRect">
            <a:avLst>
              <a:gd name="adj" fmla="val 1613"/>
            </a:avLst>
          </a:prstGeom>
        </p:spPr>
      </p:pic>
      <p:pic>
        <p:nvPicPr>
          <p:cNvPr id="10" name="">
            <a:extLst xmlns:a="http://schemas.openxmlformats.org/drawingml/2006/main">
              <a:ext uri="{FF2B5EF4-FFF2-40B4-BE49-F238E27FC236}">
                <a16:creationId xmlns:a16="http://schemas.microsoft.com/office/drawing/2014/main" id="{74783CAE-F4AE-4D74-AA02-4F0CCC4232B8}"/>
              </a:ext>
            </a:extLst>
          </p:cNvPr>
          <p:cNvPicPr>
            <a:picLocks xmlns:a="http://schemas.openxmlformats.org/drawingml/2006/main" noChangeAspect="1"/>
          </p:cNvPicPr>
          <p:nvPr/>
        </p:nvPicPr>
        <p:blipFill>
          <a:blip xmlns:r="http://schemas.openxmlformats.org/officeDocument/2006/relationships" xmlns:a="http://schemas.openxmlformats.org/drawingml/2006/main" r:embed="Rc72d483daee64a0e"/>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9814EA46-B812-4254-AB63-2BF49A64878A}"/>
              </a:ext>
            </a:extLst>
          </p:cNvPr>
          <p:cNvPicPr>
            <a:picLocks xmlns:a="http://schemas.openxmlformats.org/drawingml/2006/main" noChangeAspect="1"/>
          </p:cNvPicPr>
          <p:nvPr/>
        </p:nvPicPr>
        <p:blipFill>
          <a:blip xmlns:r="http://schemas.openxmlformats.org/officeDocument/2006/relationships" xmlns:a="http://schemas.openxmlformats.org/drawingml/2006/main" r:embed="Rabcf52f1f8bb4b02"/>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20388627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96B6E-DFB0-4C61-A569-27D9951DB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Invoices and customer history</a:t>
            </a:r>
          </a:p>
        </p:txBody>
      </p:sp>
      <p:sp>
        <p:nvSpPr>
          <p:cNvPr id="2" name="">
            <a:extLst xmlns:a="http://schemas.openxmlformats.org/drawingml/2006/main">
              <a:ext uri="{FF2B5EF4-FFF2-40B4-BE49-F238E27FC236}">
                <a16:creationId xmlns:a16="http://schemas.microsoft.com/office/drawing/2014/main" id="{0C0B2389-52BD-490C-8AA2-52698289C40F}"/>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C05DC7D-5A9F-4C95-8D27-E56E4640654D}"/>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4FC856F8-BE53-46A2-BFBC-FD70F4AC454C}"/>
              </a:ext>
            </a:extLst>
          </p:cNvPr>
          <p:cNvSpPr>
            <a:spLocks xmlns:a="http://schemas.openxmlformats.org/drawingml/2006/main" noGrp="1"/>
          </p:cNvSpPr>
          <p:nvPr/>
        </p:nvSpPr>
        <p:spPr>
          <a:xfrm xmlns:a="http://schemas.openxmlformats.org/drawingml/2006/main">
            <a:off x="6096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Invoice visibility</a:t>
            </a:r>
          </a:p>
        </p:txBody>
      </p:sp>
      <p:sp>
        <p:nvSpPr>
          <p:cNvPr id="5" name="">
            <a:extLst xmlns:a="http://schemas.openxmlformats.org/drawingml/2006/main">
              <a:ext uri="{FF2B5EF4-FFF2-40B4-BE49-F238E27FC236}">
                <a16:creationId xmlns:a16="http://schemas.microsoft.com/office/drawing/2014/main" id="{30B84A96-7C31-4B3A-A12A-2F176F452495}"/>
              </a:ext>
            </a:extLst>
          </p:cNvPr>
          <p:cNvSpPr>
            <a:spLocks xmlns:a="http://schemas.openxmlformats.org/drawingml/2006/main" noGrp="1"/>
          </p:cNvSpPr>
          <p:nvPr/>
        </p:nvSpPr>
        <p:spPr>
          <a:xfrm xmlns:a="http://schemas.openxmlformats.org/drawingml/2006/main">
            <a:off x="79629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Customer &amp; vehicle records</a:t>
            </a:r>
          </a:p>
        </p:txBody>
      </p:sp>
      <p:pic>
        <p:nvPicPr>
          <p:cNvPr id="6" name="">
            <a:extLst xmlns:a="http://schemas.openxmlformats.org/drawingml/2006/main">
              <a:ext uri="{FF2B5EF4-FFF2-40B4-BE49-F238E27FC236}">
                <a16:creationId xmlns:a16="http://schemas.microsoft.com/office/drawing/2014/main" id="{508830D9-E09F-4425-9CD8-B76CEAE6EE4C}"/>
              </a:ext>
            </a:extLst>
          </p:cNvPr>
          <p:cNvPicPr>
            <a:picLocks xmlns:a="http://schemas.openxmlformats.org/drawingml/2006/main" noChangeAspect="1"/>
          </p:cNvPicPr>
          <p:nvPr/>
        </p:nvPicPr>
        <p:blipFill>
          <a:blip xmlns:r="http://schemas.openxmlformats.org/officeDocument/2006/relationships" xmlns:a="http://schemas.openxmlformats.org/drawingml/2006/main" r:embed="R213f4a5522ec465f"/>
          <a:stretch xmlns:a="http://schemas.openxmlformats.org/drawingml/2006/main"/>
        </p:blipFill>
        <p:spPr>
          <a:xfrm xmlns:a="http://schemas.openxmlformats.org/drawingml/2006/main">
            <a:off x="609600" y="2386949"/>
            <a:ext cx="6667500" cy="4208176"/>
          </a:xfrm>
          <a:prstGeom xmlns:a="http://schemas.openxmlformats.org/drawingml/2006/main" prst="roundRect">
            <a:avLst>
              <a:gd name="adj" fmla="val 1720"/>
            </a:avLst>
          </a:prstGeom>
        </p:spPr>
      </p:pic>
      <p:pic>
        <p:nvPicPr>
          <p:cNvPr id="7" name="">
            <a:extLst xmlns:a="http://schemas.openxmlformats.org/drawingml/2006/main">
              <a:ext uri="{FF2B5EF4-FFF2-40B4-BE49-F238E27FC236}">
                <a16:creationId xmlns:a16="http://schemas.microsoft.com/office/drawing/2014/main" id="{90E4288F-2F9D-42F8-A784-33D24EF51C3F}"/>
              </a:ext>
            </a:extLst>
          </p:cNvPr>
          <p:cNvPicPr>
            <a:picLocks xmlns:a="http://schemas.openxmlformats.org/drawingml/2006/main" noChangeAspect="1"/>
          </p:cNvPicPr>
          <p:nvPr/>
        </p:nvPicPr>
        <p:blipFill>
          <a:blip xmlns:r="http://schemas.openxmlformats.org/officeDocument/2006/relationships" xmlns:a="http://schemas.openxmlformats.org/drawingml/2006/main" r:embed="R44fb6a9fdae34259"/>
          <a:stretch xmlns:a="http://schemas.openxmlformats.org/drawingml/2006/main"/>
        </p:blipFill>
        <p:spPr>
          <a:xfrm xmlns:a="http://schemas.openxmlformats.org/drawingml/2006/main">
            <a:off x="7962900" y="2304972"/>
            <a:ext cx="6667500" cy="4372131"/>
          </a:xfrm>
          <a:prstGeom xmlns:a="http://schemas.openxmlformats.org/drawingml/2006/main" prst="roundRect">
            <a:avLst>
              <a:gd name="adj" fmla="val 1720"/>
            </a:avLst>
          </a:prstGeom>
        </p:spPr>
      </p:pic>
      <p:sp>
        <p:nvSpPr>
          <p:cNvPr id="8" name="">
            <a:extLst xmlns:a="http://schemas.openxmlformats.org/drawingml/2006/main">
              <a:ext uri="{FF2B5EF4-FFF2-40B4-BE49-F238E27FC236}">
                <a16:creationId xmlns:a16="http://schemas.microsoft.com/office/drawing/2014/main" id="{BB18F292-1AE9-42BF-B0BC-2D324F84142F}"/>
              </a:ext>
            </a:extLst>
          </p:cNvPr>
          <p:cNvSpPr>
            <a:spLocks xmlns:a="http://schemas.openxmlformats.org/drawingml/2006/main" noGrp="1"/>
          </p:cNvSpPr>
          <p:nvPr/>
        </p:nvSpPr>
        <p:spPr>
          <a:xfrm xmlns:a="http://schemas.openxmlformats.org/drawingml/2006/main">
            <a:off x="6096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 clear view of sample balances and payment status</a:t>
            </a:r>
          </a:p>
        </p:txBody>
      </p:sp>
      <p:sp>
        <p:nvSpPr>
          <p:cNvPr id="9" name="">
            <a:extLst xmlns:a="http://schemas.openxmlformats.org/drawingml/2006/main">
              <a:ext uri="{FF2B5EF4-FFF2-40B4-BE49-F238E27FC236}">
                <a16:creationId xmlns:a16="http://schemas.microsoft.com/office/drawing/2014/main" id="{84627987-7821-40F1-AD74-D5D55228ACDE}"/>
              </a:ext>
            </a:extLst>
          </p:cNvPr>
          <p:cNvSpPr>
            <a:spLocks xmlns:a="http://schemas.openxmlformats.org/drawingml/2006/main" noGrp="1"/>
          </p:cNvSpPr>
          <p:nvPr/>
        </p:nvSpPr>
        <p:spPr>
          <a:xfrm xmlns:a="http://schemas.openxmlformats.org/drawingml/2006/main">
            <a:off x="79629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Visit history helps staff keep the context of each vehicle</a:t>
            </a:r>
          </a:p>
        </p:txBody>
      </p:sp>
      <p:pic>
        <p:nvPicPr>
          <p:cNvPr id="11" name="">
            <a:extLst xmlns:a="http://schemas.openxmlformats.org/drawingml/2006/main">
              <a:ext uri="{FF2B5EF4-FFF2-40B4-BE49-F238E27FC236}">
                <a16:creationId xmlns:a16="http://schemas.microsoft.com/office/drawing/2014/main" id="{E9ECACCC-6DF4-4276-9C7E-E4867448D640}"/>
              </a:ext>
            </a:extLst>
          </p:cNvPr>
          <p:cNvPicPr>
            <a:picLocks xmlns:a="http://schemas.openxmlformats.org/drawingml/2006/main" noChangeAspect="1"/>
          </p:cNvPicPr>
          <p:nvPr/>
        </p:nvPicPr>
        <p:blipFill>
          <a:blip xmlns:r="http://schemas.openxmlformats.org/officeDocument/2006/relationships" xmlns:a="http://schemas.openxmlformats.org/drawingml/2006/main" r:embed="Rbee1be07283c4068"/>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B38CA5E3-B9D8-4659-A6DC-C893C0524B3D}"/>
              </a:ext>
            </a:extLst>
          </p:cNvPr>
          <p:cNvPicPr>
            <a:picLocks xmlns:a="http://schemas.openxmlformats.org/drawingml/2006/main" noChangeAspect="1"/>
          </p:cNvPicPr>
          <p:nvPr/>
        </p:nvPicPr>
        <p:blipFill>
          <a:blip xmlns:r="http://schemas.openxmlformats.org/officeDocument/2006/relationships" xmlns:a="http://schemas.openxmlformats.org/drawingml/2006/main" r:embed="R3be59b5811254792"/>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137191167"/>
      </p:ext>
    </p:extLst>
  </p:cSld>
</p:sld>
</file>

<file path=ppt/slides/slide14.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DA767-BACF-482A-9ACF-BA8817CC75BB}"/>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What this means for DC Motors</a:t>
            </a:r>
          </a:p>
        </p:txBody>
      </p:sp>
      <p:sp>
        <p:nvSpPr>
          <p:cNvPr id="2" name="">
            <a:extLst xmlns:a="http://schemas.openxmlformats.org/drawingml/2006/main">
              <a:ext uri="{FF2B5EF4-FFF2-40B4-BE49-F238E27FC236}">
                <a16:creationId xmlns:a16="http://schemas.microsoft.com/office/drawing/2014/main" id="{26A283CD-5F34-40B8-8AE9-10E32FA8D16B}"/>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7243BC8-0E5C-4193-97D7-010A8FA43654}"/>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70AEDD8-B221-4C64-AADD-F0E90B062039}"/>
              </a:ext>
            </a:extLst>
          </p:cNvPr>
          <p:cNvSpPr>
            <a:spLocks xmlns:a="http://schemas.openxmlformats.org/drawingml/2006/main" noGrp="1"/>
          </p:cNvSpPr>
          <p:nvPr/>
        </p:nvSpPr>
        <p:spPr>
          <a:xfrm xmlns:a="http://schemas.openxmlformats.org/drawingml/2006/main">
            <a:off x="6096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A clearer enquiry path</a:t>
            </a:r>
          </a:p>
        </p:txBody>
      </p:sp>
      <p:sp>
        <p:nvSpPr>
          <p:cNvPr id="5" name="">
            <a:extLst xmlns:a="http://schemas.openxmlformats.org/drawingml/2006/main">
              <a:ext uri="{FF2B5EF4-FFF2-40B4-BE49-F238E27FC236}">
                <a16:creationId xmlns:a16="http://schemas.microsoft.com/office/drawing/2014/main" id="{C8886B9F-D65D-468A-AB89-1EA4DC4E7CF8}"/>
              </a:ext>
            </a:extLst>
          </p:cNvPr>
          <p:cNvSpPr>
            <a:spLocks xmlns:a="http://schemas.openxmlformats.org/drawingml/2006/main" noGrp="1"/>
          </p:cNvSpPr>
          <p:nvPr/>
        </p:nvSpPr>
        <p:spPr>
          <a:xfrm xmlns:a="http://schemas.openxmlformats.org/drawingml/2006/main">
            <a:off x="6096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Customers can move from the right service to a relevant request.</a:t>
            </a:r>
          </a:p>
        </p:txBody>
      </p:sp>
      <p:sp>
        <p:nvSpPr>
          <p:cNvPr id="6" name="">
            <a:extLst xmlns:a="http://schemas.openxmlformats.org/drawingml/2006/main">
              <a:ext uri="{FF2B5EF4-FFF2-40B4-BE49-F238E27FC236}">
                <a16:creationId xmlns:a16="http://schemas.microsoft.com/office/drawing/2014/main" id="{99F06184-B1D6-4DB1-A4ED-1028D623CD49}"/>
              </a:ext>
            </a:extLst>
          </p:cNvPr>
          <p:cNvSpPr>
            <a:spLocks xmlns:a="http://schemas.openxmlformats.org/drawingml/2006/main" noGrp="1"/>
          </p:cNvSpPr>
          <p:nvPr/>
        </p:nvSpPr>
        <p:spPr>
          <a:xfrm xmlns:a="http://schemas.openxmlformats.org/drawingml/2006/main">
            <a:off x="81915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Less repeated information</a:t>
            </a:r>
          </a:p>
        </p:txBody>
      </p:sp>
      <p:sp>
        <p:nvSpPr>
          <p:cNvPr id="7" name="">
            <a:extLst xmlns:a="http://schemas.openxmlformats.org/drawingml/2006/main">
              <a:ext uri="{FF2B5EF4-FFF2-40B4-BE49-F238E27FC236}">
                <a16:creationId xmlns:a16="http://schemas.microsoft.com/office/drawing/2014/main" id="{4CC49C75-2835-463D-B6FF-DED6BE03CEC9}"/>
              </a:ext>
            </a:extLst>
          </p:cNvPr>
          <p:cNvSpPr>
            <a:spLocks xmlns:a="http://schemas.openxmlformats.org/drawingml/2006/main" noGrp="1"/>
          </p:cNvSpPr>
          <p:nvPr/>
        </p:nvSpPr>
        <p:spPr>
          <a:xfrm xmlns:a="http://schemas.openxmlformats.org/drawingml/2006/main">
            <a:off x="81915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 and vehicle details stay with the enquiry and job.</a:t>
            </a:r>
          </a:p>
        </p:txBody>
      </p:sp>
      <p:sp>
        <p:nvSpPr>
          <p:cNvPr id="8" name="">
            <a:extLst xmlns:a="http://schemas.openxmlformats.org/drawingml/2006/main">
              <a:ext uri="{FF2B5EF4-FFF2-40B4-BE49-F238E27FC236}">
                <a16:creationId xmlns:a16="http://schemas.microsoft.com/office/drawing/2014/main" id="{BCD0658D-D262-4E69-A54D-2F1F59C8CC78}"/>
              </a:ext>
            </a:extLst>
          </p:cNvPr>
          <p:cNvSpPr>
            <a:spLocks xmlns:a="http://schemas.openxmlformats.org/drawingml/2006/main" noGrp="1"/>
          </p:cNvSpPr>
          <p:nvPr/>
        </p:nvSpPr>
        <p:spPr>
          <a:xfrm xmlns:a="http://schemas.openxmlformats.org/drawingml/2006/main">
            <a:off x="6096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Better scheduling visibility</a:t>
            </a:r>
          </a:p>
        </p:txBody>
      </p:sp>
      <p:sp>
        <p:nvSpPr>
          <p:cNvPr id="9" name="">
            <a:extLst xmlns:a="http://schemas.openxmlformats.org/drawingml/2006/main">
              <a:ext uri="{FF2B5EF4-FFF2-40B4-BE49-F238E27FC236}">
                <a16:creationId xmlns:a16="http://schemas.microsoft.com/office/drawing/2014/main" id="{82595BB2-15E4-4261-9154-C3C7E984E114}"/>
              </a:ext>
            </a:extLst>
          </p:cNvPr>
          <p:cNvSpPr>
            <a:spLocks xmlns:a="http://schemas.openxmlformats.org/drawingml/2006/main" noGrp="1"/>
          </p:cNvSpPr>
          <p:nvPr/>
        </p:nvSpPr>
        <p:spPr>
          <a:xfrm xmlns:a="http://schemas.openxmlformats.org/drawingml/2006/main">
            <a:off x="6096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Staff can compare provisional requests with confirmed work.</a:t>
            </a:r>
          </a:p>
        </p:txBody>
      </p:sp>
      <p:sp>
        <p:nvSpPr>
          <p:cNvPr id="10" name="">
            <a:extLst xmlns:a="http://schemas.openxmlformats.org/drawingml/2006/main">
              <a:ext uri="{FF2B5EF4-FFF2-40B4-BE49-F238E27FC236}">
                <a16:creationId xmlns:a16="http://schemas.microsoft.com/office/drawing/2014/main" id="{DAFA6FA2-4ED9-4FCA-AF3C-1959E149A67B}"/>
              </a:ext>
            </a:extLst>
          </p:cNvPr>
          <p:cNvSpPr>
            <a:spLocks xmlns:a="http://schemas.openxmlformats.org/drawingml/2006/main" noGrp="1"/>
          </p:cNvSpPr>
          <p:nvPr/>
        </p:nvSpPr>
        <p:spPr>
          <a:xfrm xmlns:a="http://schemas.openxmlformats.org/drawingml/2006/main">
            <a:off x="81915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More consistent follow-up</a:t>
            </a:r>
          </a:p>
        </p:txBody>
      </p:sp>
      <p:sp>
        <p:nvSpPr>
          <p:cNvPr id="11" name="">
            <a:extLst xmlns:a="http://schemas.openxmlformats.org/drawingml/2006/main">
              <a:ext uri="{FF2B5EF4-FFF2-40B4-BE49-F238E27FC236}">
                <a16:creationId xmlns:a16="http://schemas.microsoft.com/office/drawing/2014/main" id="{73931187-5346-48C0-9B51-04C34B3399B4}"/>
              </a:ext>
            </a:extLst>
          </p:cNvPr>
          <p:cNvSpPr>
            <a:spLocks xmlns:a="http://schemas.openxmlformats.org/drawingml/2006/main" noGrp="1"/>
          </p:cNvSpPr>
          <p:nvPr/>
        </p:nvSpPr>
        <p:spPr>
          <a:xfrm xmlns:a="http://schemas.openxmlformats.org/drawingml/2006/main">
            <a:off x="81915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Suggested times and decisions share one request history.</a:t>
            </a:r>
          </a:p>
        </p:txBody>
      </p:sp>
      <p:pic>
        <p:nvPicPr>
          <p:cNvPr id="13" name="">
            <a:extLst xmlns:a="http://schemas.openxmlformats.org/drawingml/2006/main">
              <a:ext uri="{FF2B5EF4-FFF2-40B4-BE49-F238E27FC236}">
                <a16:creationId xmlns:a16="http://schemas.microsoft.com/office/drawing/2014/main" id="{7FBF10F3-83C6-4CA7-9A56-99C06238D9AA}"/>
              </a:ext>
            </a:extLst>
          </p:cNvPr>
          <p:cNvPicPr>
            <a:picLocks xmlns:a="http://schemas.openxmlformats.org/drawingml/2006/main" noChangeAspect="1"/>
          </p:cNvPicPr>
          <p:nvPr/>
        </p:nvPicPr>
        <p:blipFill>
          <a:blip xmlns:r="http://schemas.openxmlformats.org/officeDocument/2006/relationships" xmlns:a="http://schemas.openxmlformats.org/drawingml/2006/main" r:embed="Rca3b55d0d8dd4aa7"/>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98BC09C9-D32D-438B-96EF-172C65984492}"/>
              </a:ext>
            </a:extLst>
          </p:cNvPr>
          <p:cNvPicPr>
            <a:picLocks xmlns:a="http://schemas.openxmlformats.org/drawingml/2006/main" noChangeAspect="1"/>
          </p:cNvPicPr>
          <p:nvPr/>
        </p:nvPicPr>
        <p:blipFill>
          <a:blip xmlns:r="http://schemas.openxmlformats.org/officeDocument/2006/relationships" xmlns:a="http://schemas.openxmlformats.org/drawingml/2006/main" r:embed="R02d2d3258a6246e0"/>
          <a:srcRect xmlns:a="http://schemas.openxmlformats.org/drawingml/2006/main" l="14000" t="15000" r="10000" b="18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358104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E89240-1D0A-4B7A-B5BE-AA6A15402148}"/>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controlled path to launch</a:t>
            </a:r>
          </a:p>
        </p:txBody>
      </p:sp>
      <p:sp>
        <p:nvSpPr>
          <p:cNvPr id="2" name="">
            <a:extLst xmlns:a="http://schemas.openxmlformats.org/drawingml/2006/main">
              <a:ext uri="{FF2B5EF4-FFF2-40B4-BE49-F238E27FC236}">
                <a16:creationId xmlns:a16="http://schemas.microsoft.com/office/drawing/2014/main" id="{36FDDAF3-AD73-4B61-851A-8B63D3AAD22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EE8CE03-C528-44F6-BCE1-9647798E3882}"/>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35B8A8C-6E2C-44FE-8FCE-92724D29DAF3}"/>
              </a:ext>
            </a:extLst>
          </p:cNvPr>
          <p:cNvSpPr>
            <a:spLocks xmlns:a="http://schemas.openxmlformats.org/drawingml/2006/main" noGrp="1"/>
          </p:cNvSpPr>
          <p:nvPr/>
        </p:nvSpPr>
        <p:spPr>
          <a:xfrm xmlns:a="http://schemas.openxmlformats.org/drawingml/2006/main">
            <a:off x="609600" y="1752600"/>
            <a:ext cx="1323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prototype makes the customer journey</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and workshop workflow ready to review</a:t>
            </a:r>
          </a:p>
        </p:txBody>
      </p:sp>
      <p:sp>
        <p:nvSpPr>
          <p:cNvPr id="5" name="">
            <a:extLst xmlns:a="http://schemas.openxmlformats.org/drawingml/2006/main">
              <a:ext uri="{FF2B5EF4-FFF2-40B4-BE49-F238E27FC236}">
                <a16:creationId xmlns:a16="http://schemas.microsoft.com/office/drawing/2014/main" id="{E9ED5B68-0A63-4AC8-9CA6-AE76F774C3AA}"/>
              </a:ext>
            </a:extLst>
          </p:cNvPr>
          <p:cNvSpPr>
            <a:spLocks xmlns:a="http://schemas.openxmlformats.org/drawingml/2006/main" noGrp="1"/>
          </p:cNvSpPr>
          <p:nvPr/>
        </p:nvSpPr>
        <p:spPr>
          <a:xfrm xmlns:a="http://schemas.openxmlformats.org/drawingml/2006/main">
            <a:off x="609600" y="340042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EF2E851-2391-4A8F-A1E7-7EFA3F986C8E}"/>
              </a:ext>
            </a:extLst>
          </p:cNvPr>
          <p:cNvSpPr>
            <a:spLocks xmlns:a="http://schemas.openxmlformats.org/drawingml/2006/main" noGrp="1"/>
          </p:cNvSpPr>
          <p:nvPr/>
        </p:nvSpPr>
        <p:spPr>
          <a:xfrm xmlns:a="http://schemas.openxmlformats.org/drawingml/2006/main">
            <a:off x="1724025" y="340042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Agree the operating rules</a:t>
            </a:r>
          </a:p>
        </p:txBody>
      </p:sp>
      <p:sp>
        <p:nvSpPr>
          <p:cNvPr id="7" name="">
            <a:extLst xmlns:a="http://schemas.openxmlformats.org/drawingml/2006/main">
              <a:ext uri="{FF2B5EF4-FFF2-40B4-BE49-F238E27FC236}">
                <a16:creationId xmlns:a16="http://schemas.microsoft.com/office/drawing/2014/main" id="{2C496FDF-6E2A-46F5-9A1E-C2A57FE43BFD}"/>
              </a:ext>
            </a:extLst>
          </p:cNvPr>
          <p:cNvSpPr>
            <a:spLocks xmlns:a="http://schemas.openxmlformats.org/drawingml/2006/main" noGrp="1"/>
          </p:cNvSpPr>
          <p:nvPr/>
        </p:nvSpPr>
        <p:spPr>
          <a:xfrm xmlns:a="http://schemas.openxmlformats.org/drawingml/2006/main">
            <a:off x="6343650" y="340042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services, visit durations, resources and approval responsibilities.</a:t>
            </a:r>
          </a:p>
        </p:txBody>
      </p:sp>
      <p:sp>
        <p:nvSpPr>
          <p:cNvPr id="8" name="">
            <a:extLst xmlns:a="http://schemas.openxmlformats.org/drawingml/2006/main">
              <a:ext uri="{FF2B5EF4-FFF2-40B4-BE49-F238E27FC236}">
                <a16:creationId xmlns:a16="http://schemas.microsoft.com/office/drawing/2014/main" id="{386A5859-2B58-4D42-889F-B45A7C5C2FB8}"/>
              </a:ext>
            </a:extLst>
          </p:cNvPr>
          <p:cNvSpPr>
            <a:spLocks xmlns:a="http://schemas.openxmlformats.org/drawingml/2006/main" noGrp="1"/>
          </p:cNvSpPr>
          <p:nvPr/>
        </p:nvSpPr>
        <p:spPr>
          <a:xfrm xmlns:a="http://schemas.openxmlformats.org/drawingml/2006/main">
            <a:off x="609600" y="4438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27CAA2D-D881-44AC-81E3-F9507AC95B4D}"/>
              </a:ext>
            </a:extLst>
          </p:cNvPr>
          <p:cNvSpPr>
            <a:spLocks xmlns:a="http://schemas.openxmlformats.org/drawingml/2006/main" noGrp="1"/>
          </p:cNvSpPr>
          <p:nvPr/>
        </p:nvSpPr>
        <p:spPr>
          <a:xfrm xmlns:a="http://schemas.openxmlformats.org/drawingml/2006/main">
            <a:off x="1724025" y="443865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Connect the live services</a:t>
            </a:r>
          </a:p>
        </p:txBody>
      </p:sp>
      <p:sp>
        <p:nvSpPr>
          <p:cNvPr id="10" name="">
            <a:extLst xmlns:a="http://schemas.openxmlformats.org/drawingml/2006/main">
              <a:ext uri="{FF2B5EF4-FFF2-40B4-BE49-F238E27FC236}">
                <a16:creationId xmlns:a16="http://schemas.microsoft.com/office/drawing/2014/main" id="{AFD1A550-6D45-459F-8800-6C0388BF5BF8}"/>
              </a:ext>
            </a:extLst>
          </p:cNvPr>
          <p:cNvSpPr>
            <a:spLocks xmlns:a="http://schemas.openxmlformats.org/drawingml/2006/main" noGrp="1"/>
          </p:cNvSpPr>
          <p:nvPr/>
        </p:nvSpPr>
        <p:spPr>
          <a:xfrm xmlns:a="http://schemas.openxmlformats.org/drawingml/2006/main">
            <a:off x="6343650" y="443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Add secure accounts, shared data and the company WhatsApp connection.</a:t>
            </a:r>
          </a:p>
        </p:txBody>
      </p:sp>
      <p:sp>
        <p:nvSpPr>
          <p:cNvPr id="11" name="">
            <a:extLst xmlns:a="http://schemas.openxmlformats.org/drawingml/2006/main">
              <a:ext uri="{FF2B5EF4-FFF2-40B4-BE49-F238E27FC236}">
                <a16:creationId xmlns:a16="http://schemas.microsoft.com/office/drawing/2014/main" id="{A6B4AECA-143C-41A9-B039-AA0474F336C3}"/>
              </a:ext>
            </a:extLst>
          </p:cNvPr>
          <p:cNvSpPr>
            <a:spLocks xmlns:a="http://schemas.openxmlformats.org/drawingml/2006/main" noGrp="1"/>
          </p:cNvSpPr>
          <p:nvPr/>
        </p:nvSpPr>
        <p:spPr>
          <a:xfrm xmlns:a="http://schemas.openxmlformats.org/drawingml/2006/main">
            <a:off x="609600" y="547687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41BC5E4-632D-4ABE-A959-BCE38FDBB65D}"/>
              </a:ext>
            </a:extLst>
          </p:cNvPr>
          <p:cNvSpPr>
            <a:spLocks xmlns:a="http://schemas.openxmlformats.org/drawingml/2006/main" noGrp="1"/>
          </p:cNvSpPr>
          <p:nvPr/>
        </p:nvSpPr>
        <p:spPr>
          <a:xfrm xmlns:a="http://schemas.openxmlformats.org/drawingml/2006/main">
            <a:off x="1724025" y="547687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Pilot with the workshop team</a:t>
            </a:r>
          </a:p>
        </p:txBody>
      </p:sp>
      <p:sp>
        <p:nvSpPr>
          <p:cNvPr id="13" name="">
            <a:extLst xmlns:a="http://schemas.openxmlformats.org/drawingml/2006/main">
              <a:ext uri="{FF2B5EF4-FFF2-40B4-BE49-F238E27FC236}">
                <a16:creationId xmlns:a16="http://schemas.microsoft.com/office/drawing/2014/main" id="{9DDBB290-55D4-4438-B2CF-3E6943A6D9B6}"/>
              </a:ext>
            </a:extLst>
          </p:cNvPr>
          <p:cNvSpPr>
            <a:spLocks xmlns:a="http://schemas.openxmlformats.org/drawingml/2006/main" noGrp="1"/>
          </p:cNvSpPr>
          <p:nvPr/>
        </p:nvSpPr>
        <p:spPr>
          <a:xfrm xmlns:a="http://schemas.openxmlformats.org/drawingml/2006/main">
            <a:off x="6343650" y="54768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Test real scheduling scenarios, customer replies and staff handoffs.</a:t>
            </a:r>
          </a:p>
        </p:txBody>
      </p:sp>
      <p:sp>
        <p:nvSpPr>
          <p:cNvPr id="14" name="">
            <a:extLst xmlns:a="http://schemas.openxmlformats.org/drawingml/2006/main">
              <a:ext uri="{FF2B5EF4-FFF2-40B4-BE49-F238E27FC236}">
                <a16:creationId xmlns:a16="http://schemas.microsoft.com/office/drawing/2014/main" id="{456E730C-95BC-4A3C-9705-DBA92A37C490}"/>
              </a:ext>
            </a:extLst>
          </p:cNvPr>
          <p:cNvSpPr>
            <a:spLocks xmlns:a="http://schemas.openxmlformats.org/drawingml/2006/main" noGrp="1"/>
          </p:cNvSpPr>
          <p:nvPr/>
        </p:nvSpPr>
        <p:spPr>
          <a:xfrm xmlns:a="http://schemas.openxmlformats.org/drawingml/2006/main">
            <a:off x="609600" y="65151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6F1748E-AF17-498A-87DE-E478E6168AC7}"/>
              </a:ext>
            </a:extLst>
          </p:cNvPr>
          <p:cNvSpPr>
            <a:spLocks xmlns:a="http://schemas.openxmlformats.org/drawingml/2006/main" noGrp="1"/>
          </p:cNvSpPr>
          <p:nvPr/>
        </p:nvSpPr>
        <p:spPr>
          <a:xfrm xmlns:a="http://schemas.openxmlformats.org/drawingml/2006/main">
            <a:off x="1724025" y="651510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Launch and measure</a:t>
            </a:r>
          </a:p>
        </p:txBody>
      </p:sp>
      <p:sp>
        <p:nvSpPr>
          <p:cNvPr id="16" name="">
            <a:extLst xmlns:a="http://schemas.openxmlformats.org/drawingml/2006/main">
              <a:ext uri="{FF2B5EF4-FFF2-40B4-BE49-F238E27FC236}">
                <a16:creationId xmlns:a16="http://schemas.microsoft.com/office/drawing/2014/main" id="{25985898-9DF4-4224-9E3D-0DB10968EE4F}"/>
              </a:ext>
            </a:extLst>
          </p:cNvPr>
          <p:cNvSpPr>
            <a:spLocks xmlns:a="http://schemas.openxmlformats.org/drawingml/2006/main" noGrp="1"/>
          </p:cNvSpPr>
          <p:nvPr/>
        </p:nvSpPr>
        <p:spPr>
          <a:xfrm xmlns:a="http://schemas.openxmlformats.org/drawingml/2006/main">
            <a:off x="6343650" y="65151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 approved content and review enquiry handling and booking outcomes.</a:t>
            </a:r>
          </a:p>
        </p:txBody>
      </p:sp>
      <p:pic>
        <p:nvPicPr>
          <p:cNvPr id="18" name="">
            <a:extLst xmlns:a="http://schemas.openxmlformats.org/drawingml/2006/main">
              <a:ext uri="{FF2B5EF4-FFF2-40B4-BE49-F238E27FC236}">
                <a16:creationId xmlns:a16="http://schemas.microsoft.com/office/drawing/2014/main" id="{04BD28C5-7AFC-4DB9-A5D6-508D8058B8DF}"/>
              </a:ext>
            </a:extLst>
          </p:cNvPr>
          <p:cNvPicPr>
            <a:picLocks xmlns:a="http://schemas.openxmlformats.org/drawingml/2006/main" noChangeAspect="1"/>
          </p:cNvPicPr>
          <p:nvPr/>
        </p:nvPicPr>
        <p:blipFill>
          <a:blip xmlns:r="http://schemas.openxmlformats.org/officeDocument/2006/relationships" xmlns:a="http://schemas.openxmlformats.org/drawingml/2006/main" r:embed="Rc398afae28ef4410"/>
          <a:srcRect xmlns:a="http://schemas.openxmlformats.org/drawingml/2006/main" l="0" t="0" r="0" b="0"/>
          <a:stretch xmlns:a="http://schemas.openxmlformats.org/drawingml/2006/main">
            <a:fillRect l="0" t="0" r="0" b="0"/>
          </a:stretch>
        </p:blipFill>
        <p:spPr>
          <a:xfrm xmlns:a="http://schemas.openxmlformats.org/drawingml/2006/main">
            <a:off x="11336819" y="123825"/>
            <a:ext cx="1577013" cy="3524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AE01EB35-49C2-4311-AA01-71DA57DE7E4E}"/>
              </a:ext>
            </a:extLst>
          </p:cNvPr>
          <p:cNvPicPr>
            <a:picLocks xmlns:a="http://schemas.openxmlformats.org/drawingml/2006/main" noChangeAspect="1"/>
          </p:cNvPicPr>
          <p:nvPr/>
        </p:nvPicPr>
        <p:blipFill>
          <a:blip xmlns:r="http://schemas.openxmlformats.org/officeDocument/2006/relationships" xmlns:a="http://schemas.openxmlformats.org/drawingml/2006/main" r:embed="Rfeabc0d1eecf4786"/>
          <a:srcRect xmlns:a="http://schemas.openxmlformats.org/drawingml/2006/main" l="8000" t="26000" r="8000" b="19000"/>
          <a:stretch xmlns:a="http://schemas.openxmlformats.org/drawingml/2006/main"/>
        </p:blipFill>
        <p:spPr>
          <a:xfrm xmlns:a="http://schemas.openxmlformats.org/drawingml/2006/main">
            <a:off x="13373100" y="123825"/>
            <a:ext cx="1257300" cy="352425"/>
          </a:xfrm>
          <a:prstGeom xmlns:a="http://schemas.openxmlformats.org/drawingml/2006/main" prst="rect">
            <a:avLst/>
          </a:prstGeom>
        </p:spPr>
      </p:pic>
    </p:spTree>
    <p:extLst>
      <p:ext uri="{BB962C8B-B14F-4D97-AF65-F5344CB8AC3E}">
        <p14:creationId xmlns:p14="http://schemas.microsoft.com/office/powerpoint/2010/main" val="1951042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2026-10-26T11:12:58.8820000Z</dcterms:created>
  <dcterms:modified xsi:type="dcterms:W3CDTF">2026-10-26T11:12:58.8820000Z</dcterms:modified>
</coreProperties>
</file>